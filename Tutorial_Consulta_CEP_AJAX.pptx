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2" r:id="rId4"/>
    <p:sldId id="266" r:id="rId5"/>
    <p:sldId id="267" r:id="rId6"/>
    <p:sldId id="258" r:id="rId7"/>
    <p:sldId id="259" r:id="rId8"/>
    <p:sldId id="260" r:id="rId9"/>
    <p:sldId id="265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3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C71041-1BA9-44EA-9BEA-F5531B3B647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669AF0C-6367-4AEC-88AB-9F06EC3FD9A6}">
      <dgm:prSet/>
      <dgm:spPr/>
      <dgm:t>
        <a:bodyPr/>
        <a:lstStyle/>
        <a:p>
          <a:r>
            <a:rPr lang="en-US" dirty="0"/>
            <a:t>Feira do Empreendedor ETEC/2025</a:t>
          </a:r>
        </a:p>
      </dgm:t>
    </dgm:pt>
    <dgm:pt modelId="{C0BB754F-2EF3-474D-81FD-0896F92200F6}" type="parTrans" cxnId="{6DF4B635-BAC1-44DE-911B-A441850703CD}">
      <dgm:prSet/>
      <dgm:spPr/>
      <dgm:t>
        <a:bodyPr/>
        <a:lstStyle/>
        <a:p>
          <a:endParaRPr lang="en-US"/>
        </a:p>
      </dgm:t>
    </dgm:pt>
    <dgm:pt modelId="{6218D7AF-117A-48A9-8087-289C398FCB68}" type="sibTrans" cxnId="{6DF4B635-BAC1-44DE-911B-A441850703CD}">
      <dgm:prSet/>
      <dgm:spPr/>
      <dgm:t>
        <a:bodyPr/>
        <a:lstStyle/>
        <a:p>
          <a:endParaRPr lang="en-US"/>
        </a:p>
      </dgm:t>
    </dgm:pt>
    <dgm:pt modelId="{3CEE2F6B-E1C9-4CF4-969A-8518CF0AF223}">
      <dgm:prSet/>
      <dgm:spPr/>
      <dgm:t>
        <a:bodyPr/>
        <a:lstStyle/>
        <a:p>
          <a:r>
            <a:rPr lang="en-US" dirty="0"/>
            <a:t>AJAX com Fetch API — Comunicação Assíncrona</a:t>
          </a:r>
        </a:p>
      </dgm:t>
    </dgm:pt>
    <dgm:pt modelId="{1B63A130-431C-43C9-A3E9-A76E63FD1954}" type="parTrans" cxnId="{F2E89835-59BA-4050-A98B-8A21F18705D4}">
      <dgm:prSet/>
      <dgm:spPr/>
      <dgm:t>
        <a:bodyPr/>
        <a:lstStyle/>
        <a:p>
          <a:endParaRPr lang="en-US"/>
        </a:p>
      </dgm:t>
    </dgm:pt>
    <dgm:pt modelId="{36FD1C69-4766-41E9-9C5F-F712113184F7}" type="sibTrans" cxnId="{F2E89835-59BA-4050-A98B-8A21F18705D4}">
      <dgm:prSet/>
      <dgm:spPr/>
      <dgm:t>
        <a:bodyPr/>
        <a:lstStyle/>
        <a:p>
          <a:endParaRPr lang="en-US"/>
        </a:p>
      </dgm:t>
    </dgm:pt>
    <dgm:pt modelId="{B0241439-8DD6-44C9-8464-85F392ED896F}" type="pres">
      <dgm:prSet presAssocID="{64C71041-1BA9-44EA-9BEA-F5531B3B647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A4A2491-AD9F-4751-ADD0-837FBBFF32EC}" type="pres">
      <dgm:prSet presAssocID="{B669AF0C-6367-4AEC-88AB-9F06EC3FD9A6}" presName="hierRoot1" presStyleCnt="0"/>
      <dgm:spPr/>
    </dgm:pt>
    <dgm:pt modelId="{22F05A67-2162-47E8-8447-463D43E63A0D}" type="pres">
      <dgm:prSet presAssocID="{B669AF0C-6367-4AEC-88AB-9F06EC3FD9A6}" presName="composite" presStyleCnt="0"/>
      <dgm:spPr/>
    </dgm:pt>
    <dgm:pt modelId="{91EE429E-54C0-4E09-BB20-BB559C6922CB}" type="pres">
      <dgm:prSet presAssocID="{B669AF0C-6367-4AEC-88AB-9F06EC3FD9A6}" presName="background" presStyleLbl="node0" presStyleIdx="0" presStyleCnt="2"/>
      <dgm:spPr/>
    </dgm:pt>
    <dgm:pt modelId="{D81F0997-74D4-4340-8463-CAF79CB7C51A}" type="pres">
      <dgm:prSet presAssocID="{B669AF0C-6367-4AEC-88AB-9F06EC3FD9A6}" presName="text" presStyleLbl="fgAcc0" presStyleIdx="0" presStyleCnt="2">
        <dgm:presLayoutVars>
          <dgm:chPref val="3"/>
        </dgm:presLayoutVars>
      </dgm:prSet>
      <dgm:spPr/>
    </dgm:pt>
    <dgm:pt modelId="{7B6B51C4-5BF6-4959-B48D-5F25EA323D71}" type="pres">
      <dgm:prSet presAssocID="{B669AF0C-6367-4AEC-88AB-9F06EC3FD9A6}" presName="hierChild2" presStyleCnt="0"/>
      <dgm:spPr/>
    </dgm:pt>
    <dgm:pt modelId="{B248BD30-A36E-4D9C-837F-4D10A9F1B8A8}" type="pres">
      <dgm:prSet presAssocID="{3CEE2F6B-E1C9-4CF4-969A-8518CF0AF223}" presName="hierRoot1" presStyleCnt="0"/>
      <dgm:spPr/>
    </dgm:pt>
    <dgm:pt modelId="{99F09274-57DD-4A31-8FF2-F9D97F02432C}" type="pres">
      <dgm:prSet presAssocID="{3CEE2F6B-E1C9-4CF4-969A-8518CF0AF223}" presName="composite" presStyleCnt="0"/>
      <dgm:spPr/>
    </dgm:pt>
    <dgm:pt modelId="{66457901-2A28-4111-97F4-4E131E659858}" type="pres">
      <dgm:prSet presAssocID="{3CEE2F6B-E1C9-4CF4-969A-8518CF0AF223}" presName="background" presStyleLbl="node0" presStyleIdx="1" presStyleCnt="2"/>
      <dgm:spPr/>
    </dgm:pt>
    <dgm:pt modelId="{129ABE98-423D-4D51-A520-F40C6AA01176}" type="pres">
      <dgm:prSet presAssocID="{3CEE2F6B-E1C9-4CF4-969A-8518CF0AF223}" presName="text" presStyleLbl="fgAcc0" presStyleIdx="1" presStyleCnt="2">
        <dgm:presLayoutVars>
          <dgm:chPref val="3"/>
        </dgm:presLayoutVars>
      </dgm:prSet>
      <dgm:spPr/>
    </dgm:pt>
    <dgm:pt modelId="{FA028F70-CE0F-4C67-8843-F235775E2451}" type="pres">
      <dgm:prSet presAssocID="{3CEE2F6B-E1C9-4CF4-969A-8518CF0AF223}" presName="hierChild2" presStyleCnt="0"/>
      <dgm:spPr/>
    </dgm:pt>
  </dgm:ptLst>
  <dgm:cxnLst>
    <dgm:cxn modelId="{F2E89835-59BA-4050-A98B-8A21F18705D4}" srcId="{64C71041-1BA9-44EA-9BEA-F5531B3B6479}" destId="{3CEE2F6B-E1C9-4CF4-969A-8518CF0AF223}" srcOrd="1" destOrd="0" parTransId="{1B63A130-431C-43C9-A3E9-A76E63FD1954}" sibTransId="{36FD1C69-4766-41E9-9C5F-F712113184F7}"/>
    <dgm:cxn modelId="{6DF4B635-BAC1-44DE-911B-A441850703CD}" srcId="{64C71041-1BA9-44EA-9BEA-F5531B3B6479}" destId="{B669AF0C-6367-4AEC-88AB-9F06EC3FD9A6}" srcOrd="0" destOrd="0" parTransId="{C0BB754F-2EF3-474D-81FD-0896F92200F6}" sibTransId="{6218D7AF-117A-48A9-8087-289C398FCB68}"/>
    <dgm:cxn modelId="{38AD6D6D-3B3F-43AD-B2C9-76A92528D09E}" type="presOf" srcId="{3CEE2F6B-E1C9-4CF4-969A-8518CF0AF223}" destId="{129ABE98-423D-4D51-A520-F40C6AA01176}" srcOrd="0" destOrd="0" presId="urn:microsoft.com/office/officeart/2005/8/layout/hierarchy1"/>
    <dgm:cxn modelId="{55090979-B2B7-4C44-8D72-8C82AB677139}" type="presOf" srcId="{64C71041-1BA9-44EA-9BEA-F5531B3B6479}" destId="{B0241439-8DD6-44C9-8464-85F392ED896F}" srcOrd="0" destOrd="0" presId="urn:microsoft.com/office/officeart/2005/8/layout/hierarchy1"/>
    <dgm:cxn modelId="{22ECE8A1-43D4-4CD9-A5F2-CCA40D5661A0}" type="presOf" srcId="{B669AF0C-6367-4AEC-88AB-9F06EC3FD9A6}" destId="{D81F0997-74D4-4340-8463-CAF79CB7C51A}" srcOrd="0" destOrd="0" presId="urn:microsoft.com/office/officeart/2005/8/layout/hierarchy1"/>
    <dgm:cxn modelId="{23AAF651-4903-40CD-A0DB-AD85D5DC5920}" type="presParOf" srcId="{B0241439-8DD6-44C9-8464-85F392ED896F}" destId="{FA4A2491-AD9F-4751-ADD0-837FBBFF32EC}" srcOrd="0" destOrd="0" presId="urn:microsoft.com/office/officeart/2005/8/layout/hierarchy1"/>
    <dgm:cxn modelId="{AC4852BC-6278-4FCB-BE10-4D8A7A1FA686}" type="presParOf" srcId="{FA4A2491-AD9F-4751-ADD0-837FBBFF32EC}" destId="{22F05A67-2162-47E8-8447-463D43E63A0D}" srcOrd="0" destOrd="0" presId="urn:microsoft.com/office/officeart/2005/8/layout/hierarchy1"/>
    <dgm:cxn modelId="{E75518F8-A4E2-42C4-8B2F-168A84D7FAB9}" type="presParOf" srcId="{22F05A67-2162-47E8-8447-463D43E63A0D}" destId="{91EE429E-54C0-4E09-BB20-BB559C6922CB}" srcOrd="0" destOrd="0" presId="urn:microsoft.com/office/officeart/2005/8/layout/hierarchy1"/>
    <dgm:cxn modelId="{63370DAC-5E82-4A70-925D-0EAE6DA3E1AE}" type="presParOf" srcId="{22F05A67-2162-47E8-8447-463D43E63A0D}" destId="{D81F0997-74D4-4340-8463-CAF79CB7C51A}" srcOrd="1" destOrd="0" presId="urn:microsoft.com/office/officeart/2005/8/layout/hierarchy1"/>
    <dgm:cxn modelId="{5163055D-CA43-4230-B316-BB9C15EAF907}" type="presParOf" srcId="{FA4A2491-AD9F-4751-ADD0-837FBBFF32EC}" destId="{7B6B51C4-5BF6-4959-B48D-5F25EA323D71}" srcOrd="1" destOrd="0" presId="urn:microsoft.com/office/officeart/2005/8/layout/hierarchy1"/>
    <dgm:cxn modelId="{E2E7DBB5-213C-4E00-84E4-49432BBFC2F9}" type="presParOf" srcId="{B0241439-8DD6-44C9-8464-85F392ED896F}" destId="{B248BD30-A36E-4D9C-837F-4D10A9F1B8A8}" srcOrd="1" destOrd="0" presId="urn:microsoft.com/office/officeart/2005/8/layout/hierarchy1"/>
    <dgm:cxn modelId="{8FE15F5F-7BD2-4507-A08E-9A0FD7A2A7B7}" type="presParOf" srcId="{B248BD30-A36E-4D9C-837F-4D10A9F1B8A8}" destId="{99F09274-57DD-4A31-8FF2-F9D97F02432C}" srcOrd="0" destOrd="0" presId="urn:microsoft.com/office/officeart/2005/8/layout/hierarchy1"/>
    <dgm:cxn modelId="{765F82A0-F554-426D-86A1-188265916EEF}" type="presParOf" srcId="{99F09274-57DD-4A31-8FF2-F9D97F02432C}" destId="{66457901-2A28-4111-97F4-4E131E659858}" srcOrd="0" destOrd="0" presId="urn:microsoft.com/office/officeart/2005/8/layout/hierarchy1"/>
    <dgm:cxn modelId="{336CE391-3808-4439-8FBB-0E9770E88595}" type="presParOf" srcId="{99F09274-57DD-4A31-8FF2-F9D97F02432C}" destId="{129ABE98-423D-4D51-A520-F40C6AA01176}" srcOrd="1" destOrd="0" presId="urn:microsoft.com/office/officeart/2005/8/layout/hierarchy1"/>
    <dgm:cxn modelId="{92FC3ED4-E23A-44C2-A55F-69EE8BD30EE4}" type="presParOf" srcId="{B248BD30-A36E-4D9C-837F-4D10A9F1B8A8}" destId="{FA028F70-CE0F-4C67-8843-F235775E245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9039C6-294C-4F37-8F6C-D8EB3BFC5B4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9E38C01-098A-41D8-8F9C-A35B40EF4ABF}">
      <dgm:prSet/>
      <dgm:spPr/>
      <dgm:t>
        <a:bodyPr/>
        <a:lstStyle/>
        <a:p>
          <a:pPr>
            <a:defRPr b="1"/>
          </a:pPr>
          <a:r>
            <a:rPr lang="en-US" dirty="0"/>
            <a:t>O que é AJAX?</a:t>
          </a:r>
        </a:p>
      </dgm:t>
    </dgm:pt>
    <dgm:pt modelId="{F52904A2-0E0F-4A68-ADC3-5D7B1AF65693}" type="parTrans" cxnId="{68158E27-7BE4-4540-9ACE-FBF227014533}">
      <dgm:prSet/>
      <dgm:spPr/>
      <dgm:t>
        <a:bodyPr/>
        <a:lstStyle/>
        <a:p>
          <a:endParaRPr lang="en-US"/>
        </a:p>
      </dgm:t>
    </dgm:pt>
    <dgm:pt modelId="{48E59C68-40F9-45D1-A6D3-74642A411B55}" type="sibTrans" cxnId="{68158E27-7BE4-4540-9ACE-FBF227014533}">
      <dgm:prSet/>
      <dgm:spPr/>
      <dgm:t>
        <a:bodyPr/>
        <a:lstStyle/>
        <a:p>
          <a:endParaRPr lang="en-US"/>
        </a:p>
      </dgm:t>
    </dgm:pt>
    <dgm:pt modelId="{B79961C4-0C3D-4621-8AF5-F5CDFE7CF346}">
      <dgm:prSet/>
      <dgm:spPr/>
      <dgm:t>
        <a:bodyPr/>
        <a:lstStyle/>
        <a:p>
          <a:r>
            <a:rPr lang="en-US" dirty="0"/>
            <a:t>AJAX (JavaScript Assíncrono + XML) </a:t>
          </a:r>
          <a:r>
            <a:rPr lang="en-US" dirty="0" err="1"/>
            <a:t>permite</a:t>
          </a:r>
          <a:r>
            <a:rPr lang="en-US" dirty="0"/>
            <a:t> a comunicação com o servidor sem recarregar a página.</a:t>
          </a:r>
        </a:p>
      </dgm:t>
    </dgm:pt>
    <dgm:pt modelId="{618658D5-834C-4E7D-81DF-3F8E53FFC037}" type="parTrans" cxnId="{D7B271D2-0A42-4E1D-A672-25F05BC0342C}">
      <dgm:prSet/>
      <dgm:spPr/>
      <dgm:t>
        <a:bodyPr/>
        <a:lstStyle/>
        <a:p>
          <a:endParaRPr lang="en-US"/>
        </a:p>
      </dgm:t>
    </dgm:pt>
    <dgm:pt modelId="{D10E71FC-1B24-4AD3-9265-FC2ABD84750E}" type="sibTrans" cxnId="{D7B271D2-0A42-4E1D-A672-25F05BC0342C}">
      <dgm:prSet/>
      <dgm:spPr/>
      <dgm:t>
        <a:bodyPr/>
        <a:lstStyle/>
        <a:p>
          <a:endParaRPr lang="en-US"/>
        </a:p>
      </dgm:t>
    </dgm:pt>
    <dgm:pt modelId="{A8E44D3B-231B-437A-84E4-26DB5FF9BE3E}">
      <dgm:prSet/>
      <dgm:spPr/>
      <dgm:t>
        <a:bodyPr/>
        <a:lstStyle/>
        <a:p>
          <a:pPr>
            <a:defRPr b="1"/>
          </a:pPr>
          <a:r>
            <a:rPr lang="pt-BR" dirty="0"/>
            <a:t>Projeto:</a:t>
          </a:r>
          <a:endParaRPr lang="en-US" dirty="0"/>
        </a:p>
      </dgm:t>
    </dgm:pt>
    <dgm:pt modelId="{78513EC2-D04D-43AD-A3E3-05172184F3E4}" type="parTrans" cxnId="{F8A13025-5B09-4345-8DDD-C2C0146D6C66}">
      <dgm:prSet/>
      <dgm:spPr/>
      <dgm:t>
        <a:bodyPr/>
        <a:lstStyle/>
        <a:p>
          <a:endParaRPr lang="en-US"/>
        </a:p>
      </dgm:t>
    </dgm:pt>
    <dgm:pt modelId="{938900F0-94F7-4E46-8D41-C380B24AD01D}" type="sibTrans" cxnId="{F8A13025-5B09-4345-8DDD-C2C0146D6C66}">
      <dgm:prSet/>
      <dgm:spPr/>
      <dgm:t>
        <a:bodyPr/>
        <a:lstStyle/>
        <a:p>
          <a:endParaRPr lang="en-US"/>
        </a:p>
      </dgm:t>
    </dgm:pt>
    <dgm:pt modelId="{72973DA1-8C8D-4B9E-A2CF-4286040DB7F4}">
      <dgm:prSet/>
      <dgm:spPr/>
      <dgm:t>
        <a:bodyPr/>
        <a:lstStyle/>
        <a:p>
          <a:r>
            <a:rPr lang="pt-BR" dirty="0"/>
            <a:t>Consulta automática de endereço usando o CEP informado pelo usuário, com integração à API ViaCEP.</a:t>
          </a:r>
          <a:endParaRPr lang="en-US" dirty="0"/>
        </a:p>
      </dgm:t>
    </dgm:pt>
    <dgm:pt modelId="{6C467A26-010B-46AC-923B-ED94594B7536}" type="parTrans" cxnId="{0D47F1AB-7480-4CDF-A34F-CF8D685987E8}">
      <dgm:prSet/>
      <dgm:spPr/>
      <dgm:t>
        <a:bodyPr/>
        <a:lstStyle/>
        <a:p>
          <a:endParaRPr lang="en-US"/>
        </a:p>
      </dgm:t>
    </dgm:pt>
    <dgm:pt modelId="{B234F594-297A-473C-8685-899B2188FCD1}" type="sibTrans" cxnId="{0D47F1AB-7480-4CDF-A34F-CF8D685987E8}">
      <dgm:prSet/>
      <dgm:spPr/>
      <dgm:t>
        <a:bodyPr/>
        <a:lstStyle/>
        <a:p>
          <a:endParaRPr lang="en-US"/>
        </a:p>
      </dgm:t>
    </dgm:pt>
    <dgm:pt modelId="{3E311AE4-4426-4892-9C64-9F24B55289E8}">
      <dgm:prSet/>
      <dgm:spPr/>
      <dgm:t>
        <a:bodyPr/>
        <a:lstStyle/>
        <a:p>
          <a:pPr>
            <a:defRPr b="1"/>
          </a:pPr>
          <a:r>
            <a:rPr lang="pt-BR" dirty="0"/>
            <a:t>Objetivo:</a:t>
          </a:r>
          <a:endParaRPr lang="en-US" dirty="0"/>
        </a:p>
      </dgm:t>
    </dgm:pt>
    <dgm:pt modelId="{49E36140-D333-4D90-A546-F91B3982551C}" type="parTrans" cxnId="{4866A020-2FC3-4B5E-8AAD-7908D7BE543E}">
      <dgm:prSet/>
      <dgm:spPr/>
      <dgm:t>
        <a:bodyPr/>
        <a:lstStyle/>
        <a:p>
          <a:endParaRPr lang="en-US"/>
        </a:p>
      </dgm:t>
    </dgm:pt>
    <dgm:pt modelId="{C3BE12CB-3CDA-445F-9AD3-D0B95B1A5EA0}" type="sibTrans" cxnId="{4866A020-2FC3-4B5E-8AAD-7908D7BE543E}">
      <dgm:prSet/>
      <dgm:spPr/>
      <dgm:t>
        <a:bodyPr/>
        <a:lstStyle/>
        <a:p>
          <a:endParaRPr lang="en-US"/>
        </a:p>
      </dgm:t>
    </dgm:pt>
    <dgm:pt modelId="{0F1C6B08-622E-4010-A922-93D6681B2BA5}">
      <dgm:prSet/>
      <dgm:spPr/>
      <dgm:t>
        <a:bodyPr/>
        <a:lstStyle/>
        <a:p>
          <a:r>
            <a:rPr lang="pt-BR" dirty="0"/>
            <a:t>Mostrar o uso prático de tecnologias modernas como JavaScript, Fetch API e Bootstrap.</a:t>
          </a:r>
          <a:endParaRPr lang="en-US" dirty="0"/>
        </a:p>
      </dgm:t>
    </dgm:pt>
    <dgm:pt modelId="{9239B215-C877-4776-8C2C-8C0BBF4A1E78}" type="parTrans" cxnId="{19DEC28D-0BCB-453B-BA91-085BF484438E}">
      <dgm:prSet/>
      <dgm:spPr/>
      <dgm:t>
        <a:bodyPr/>
        <a:lstStyle/>
        <a:p>
          <a:endParaRPr lang="en-US"/>
        </a:p>
      </dgm:t>
    </dgm:pt>
    <dgm:pt modelId="{8CBB7E9E-F411-420C-976A-E0E2FDE6B96D}" type="sibTrans" cxnId="{19DEC28D-0BCB-453B-BA91-085BF484438E}">
      <dgm:prSet/>
      <dgm:spPr/>
      <dgm:t>
        <a:bodyPr/>
        <a:lstStyle/>
        <a:p>
          <a:endParaRPr lang="en-US"/>
        </a:p>
      </dgm:t>
    </dgm:pt>
    <dgm:pt modelId="{414F644A-7088-430D-B2E9-D979F67956D2}" type="pres">
      <dgm:prSet presAssocID="{B69039C6-294C-4F37-8F6C-D8EB3BFC5B47}" presName="root" presStyleCnt="0">
        <dgm:presLayoutVars>
          <dgm:dir/>
          <dgm:resizeHandles val="exact"/>
        </dgm:presLayoutVars>
      </dgm:prSet>
      <dgm:spPr/>
    </dgm:pt>
    <dgm:pt modelId="{BF90A882-998B-45A5-9254-63160FC00D26}" type="pres">
      <dgm:prSet presAssocID="{B9E38C01-098A-41D8-8F9C-A35B40EF4ABF}" presName="compNode" presStyleCnt="0"/>
      <dgm:spPr/>
    </dgm:pt>
    <dgm:pt modelId="{229A1DD5-36AE-4A68-AA3A-F928B8F3B9DA}" type="pres">
      <dgm:prSet presAssocID="{B9E38C01-098A-41D8-8F9C-A35B40EF4AB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1CDEF821-1401-4332-BD99-B242D56602EB}" type="pres">
      <dgm:prSet presAssocID="{B9E38C01-098A-41D8-8F9C-A35B40EF4ABF}" presName="iconSpace" presStyleCnt="0"/>
      <dgm:spPr/>
    </dgm:pt>
    <dgm:pt modelId="{07F7F46F-3825-4F61-95BD-3142ED131234}" type="pres">
      <dgm:prSet presAssocID="{B9E38C01-098A-41D8-8F9C-A35B40EF4ABF}" presName="parTx" presStyleLbl="revTx" presStyleIdx="0" presStyleCnt="6">
        <dgm:presLayoutVars>
          <dgm:chMax val="0"/>
          <dgm:chPref val="0"/>
        </dgm:presLayoutVars>
      </dgm:prSet>
      <dgm:spPr/>
    </dgm:pt>
    <dgm:pt modelId="{25BD2B2B-CB95-4F42-8F9E-D80397213484}" type="pres">
      <dgm:prSet presAssocID="{B9E38C01-098A-41D8-8F9C-A35B40EF4ABF}" presName="txSpace" presStyleCnt="0"/>
      <dgm:spPr/>
    </dgm:pt>
    <dgm:pt modelId="{1C471821-82AE-4E2F-A3CE-E2D4706B6EF0}" type="pres">
      <dgm:prSet presAssocID="{B9E38C01-098A-41D8-8F9C-A35B40EF4ABF}" presName="desTx" presStyleLbl="revTx" presStyleIdx="1" presStyleCnt="6">
        <dgm:presLayoutVars/>
      </dgm:prSet>
      <dgm:spPr/>
    </dgm:pt>
    <dgm:pt modelId="{2398D13F-3BCF-47E8-8891-3831510A7649}" type="pres">
      <dgm:prSet presAssocID="{48E59C68-40F9-45D1-A6D3-74642A411B55}" presName="sibTrans" presStyleCnt="0"/>
      <dgm:spPr/>
    </dgm:pt>
    <dgm:pt modelId="{6C4EDEA4-3B8A-4E5B-AA69-98E463381D0B}" type="pres">
      <dgm:prSet presAssocID="{A8E44D3B-231B-437A-84E4-26DB5FF9BE3E}" presName="compNode" presStyleCnt="0"/>
      <dgm:spPr/>
    </dgm:pt>
    <dgm:pt modelId="{65C0B4EE-FDD5-4A55-A5CA-F7C7120E6A32}" type="pres">
      <dgm:prSet presAssocID="{A8E44D3B-231B-437A-84E4-26DB5FF9BE3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4EA66BBA-891F-4A37-91A6-E887F3532218}" type="pres">
      <dgm:prSet presAssocID="{A8E44D3B-231B-437A-84E4-26DB5FF9BE3E}" presName="iconSpace" presStyleCnt="0"/>
      <dgm:spPr/>
    </dgm:pt>
    <dgm:pt modelId="{60446098-EE81-484A-BF27-C88D76C59A43}" type="pres">
      <dgm:prSet presAssocID="{A8E44D3B-231B-437A-84E4-26DB5FF9BE3E}" presName="parTx" presStyleLbl="revTx" presStyleIdx="2" presStyleCnt="6">
        <dgm:presLayoutVars>
          <dgm:chMax val="0"/>
          <dgm:chPref val="0"/>
        </dgm:presLayoutVars>
      </dgm:prSet>
      <dgm:spPr/>
    </dgm:pt>
    <dgm:pt modelId="{14B356D2-19E2-4116-814A-80EC97EC4F22}" type="pres">
      <dgm:prSet presAssocID="{A8E44D3B-231B-437A-84E4-26DB5FF9BE3E}" presName="txSpace" presStyleCnt="0"/>
      <dgm:spPr/>
    </dgm:pt>
    <dgm:pt modelId="{8C79A7B4-4A28-49ED-A10A-8E532B05910C}" type="pres">
      <dgm:prSet presAssocID="{A8E44D3B-231B-437A-84E4-26DB5FF9BE3E}" presName="desTx" presStyleLbl="revTx" presStyleIdx="3" presStyleCnt="6">
        <dgm:presLayoutVars/>
      </dgm:prSet>
      <dgm:spPr/>
    </dgm:pt>
    <dgm:pt modelId="{2A1D40B1-D57D-4CDC-BF03-4D09D198AAC6}" type="pres">
      <dgm:prSet presAssocID="{938900F0-94F7-4E46-8D41-C380B24AD01D}" presName="sibTrans" presStyleCnt="0"/>
      <dgm:spPr/>
    </dgm:pt>
    <dgm:pt modelId="{C6D5EA62-F238-4BE5-A362-AA30009A6E65}" type="pres">
      <dgm:prSet presAssocID="{3E311AE4-4426-4892-9C64-9F24B55289E8}" presName="compNode" presStyleCnt="0"/>
      <dgm:spPr/>
    </dgm:pt>
    <dgm:pt modelId="{BDED29DF-0C71-4069-A5FF-2BE55DC268E3}" type="pres">
      <dgm:prSet presAssocID="{3E311AE4-4426-4892-9C64-9F24B55289E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A3A9F457-F7CB-4E84-BBA6-4AE7F336CB21}" type="pres">
      <dgm:prSet presAssocID="{3E311AE4-4426-4892-9C64-9F24B55289E8}" presName="iconSpace" presStyleCnt="0"/>
      <dgm:spPr/>
    </dgm:pt>
    <dgm:pt modelId="{C3AE3A58-D26A-4F70-BEC2-447A1FD26847}" type="pres">
      <dgm:prSet presAssocID="{3E311AE4-4426-4892-9C64-9F24B55289E8}" presName="parTx" presStyleLbl="revTx" presStyleIdx="4" presStyleCnt="6">
        <dgm:presLayoutVars>
          <dgm:chMax val="0"/>
          <dgm:chPref val="0"/>
        </dgm:presLayoutVars>
      </dgm:prSet>
      <dgm:spPr/>
    </dgm:pt>
    <dgm:pt modelId="{4FE0A079-526B-4FDD-9425-6D6AF527C0B7}" type="pres">
      <dgm:prSet presAssocID="{3E311AE4-4426-4892-9C64-9F24B55289E8}" presName="txSpace" presStyleCnt="0"/>
      <dgm:spPr/>
    </dgm:pt>
    <dgm:pt modelId="{09DA7B10-15F5-413B-9194-D247A8398FA9}" type="pres">
      <dgm:prSet presAssocID="{3E311AE4-4426-4892-9C64-9F24B55289E8}" presName="desTx" presStyleLbl="revTx" presStyleIdx="5" presStyleCnt="6">
        <dgm:presLayoutVars/>
      </dgm:prSet>
      <dgm:spPr/>
    </dgm:pt>
  </dgm:ptLst>
  <dgm:cxnLst>
    <dgm:cxn modelId="{4866A020-2FC3-4B5E-8AAD-7908D7BE543E}" srcId="{B69039C6-294C-4F37-8F6C-D8EB3BFC5B47}" destId="{3E311AE4-4426-4892-9C64-9F24B55289E8}" srcOrd="2" destOrd="0" parTransId="{49E36140-D333-4D90-A546-F91B3982551C}" sibTransId="{C3BE12CB-3CDA-445F-9AD3-D0B95B1A5EA0}"/>
    <dgm:cxn modelId="{F8A13025-5B09-4345-8DDD-C2C0146D6C66}" srcId="{B69039C6-294C-4F37-8F6C-D8EB3BFC5B47}" destId="{A8E44D3B-231B-437A-84E4-26DB5FF9BE3E}" srcOrd="1" destOrd="0" parTransId="{78513EC2-D04D-43AD-A3E3-05172184F3E4}" sibTransId="{938900F0-94F7-4E46-8D41-C380B24AD01D}"/>
    <dgm:cxn modelId="{68158E27-7BE4-4540-9ACE-FBF227014533}" srcId="{B69039C6-294C-4F37-8F6C-D8EB3BFC5B47}" destId="{B9E38C01-098A-41D8-8F9C-A35B40EF4ABF}" srcOrd="0" destOrd="0" parTransId="{F52904A2-0E0F-4A68-ADC3-5D7B1AF65693}" sibTransId="{48E59C68-40F9-45D1-A6D3-74642A411B55}"/>
    <dgm:cxn modelId="{0B183A31-D9D5-4803-B079-959084451ED6}" type="presOf" srcId="{A8E44D3B-231B-437A-84E4-26DB5FF9BE3E}" destId="{60446098-EE81-484A-BF27-C88D76C59A43}" srcOrd="0" destOrd="0" presId="urn:microsoft.com/office/officeart/2018/5/layout/CenteredIconLabelDescriptionList"/>
    <dgm:cxn modelId="{CD43843A-4064-4935-988E-6012D9D109C9}" type="presOf" srcId="{B69039C6-294C-4F37-8F6C-D8EB3BFC5B47}" destId="{414F644A-7088-430D-B2E9-D979F67956D2}" srcOrd="0" destOrd="0" presId="urn:microsoft.com/office/officeart/2018/5/layout/CenteredIconLabelDescriptionList"/>
    <dgm:cxn modelId="{29F14B3B-E1DC-4D6B-97B8-C6C755F4041C}" type="presOf" srcId="{72973DA1-8C8D-4B9E-A2CF-4286040DB7F4}" destId="{8C79A7B4-4A28-49ED-A10A-8E532B05910C}" srcOrd="0" destOrd="0" presId="urn:microsoft.com/office/officeart/2018/5/layout/CenteredIconLabelDescriptionList"/>
    <dgm:cxn modelId="{D5387A55-444A-4705-8853-F300F6C52B9F}" type="presOf" srcId="{0F1C6B08-622E-4010-A922-93D6681B2BA5}" destId="{09DA7B10-15F5-413B-9194-D247A8398FA9}" srcOrd="0" destOrd="0" presId="urn:microsoft.com/office/officeart/2018/5/layout/CenteredIconLabelDescriptionList"/>
    <dgm:cxn modelId="{19DEC28D-0BCB-453B-BA91-085BF484438E}" srcId="{3E311AE4-4426-4892-9C64-9F24B55289E8}" destId="{0F1C6B08-622E-4010-A922-93D6681B2BA5}" srcOrd="0" destOrd="0" parTransId="{9239B215-C877-4776-8C2C-8C0BBF4A1E78}" sibTransId="{8CBB7E9E-F411-420C-976A-E0E2FDE6B96D}"/>
    <dgm:cxn modelId="{0D47F1AB-7480-4CDF-A34F-CF8D685987E8}" srcId="{A8E44D3B-231B-437A-84E4-26DB5FF9BE3E}" destId="{72973DA1-8C8D-4B9E-A2CF-4286040DB7F4}" srcOrd="0" destOrd="0" parTransId="{6C467A26-010B-46AC-923B-ED94594B7536}" sibTransId="{B234F594-297A-473C-8685-899B2188FCD1}"/>
    <dgm:cxn modelId="{F4975AB2-B8E1-42F8-A086-4280A0300E11}" type="presOf" srcId="{B9E38C01-098A-41D8-8F9C-A35B40EF4ABF}" destId="{07F7F46F-3825-4F61-95BD-3142ED131234}" srcOrd="0" destOrd="0" presId="urn:microsoft.com/office/officeart/2018/5/layout/CenteredIconLabelDescriptionList"/>
    <dgm:cxn modelId="{D7B271D2-0A42-4E1D-A672-25F05BC0342C}" srcId="{B9E38C01-098A-41D8-8F9C-A35B40EF4ABF}" destId="{B79961C4-0C3D-4621-8AF5-F5CDFE7CF346}" srcOrd="0" destOrd="0" parTransId="{618658D5-834C-4E7D-81DF-3F8E53FFC037}" sibTransId="{D10E71FC-1B24-4AD3-9265-FC2ABD84750E}"/>
    <dgm:cxn modelId="{530D44DD-2188-4CBD-BBC2-8E9AA5387DD5}" type="presOf" srcId="{3E311AE4-4426-4892-9C64-9F24B55289E8}" destId="{C3AE3A58-D26A-4F70-BEC2-447A1FD26847}" srcOrd="0" destOrd="0" presId="urn:microsoft.com/office/officeart/2018/5/layout/CenteredIconLabelDescriptionList"/>
    <dgm:cxn modelId="{090A51F8-98C3-424B-990B-B7D0E0BEC721}" type="presOf" srcId="{B79961C4-0C3D-4621-8AF5-F5CDFE7CF346}" destId="{1C471821-82AE-4E2F-A3CE-E2D4706B6EF0}" srcOrd="0" destOrd="0" presId="urn:microsoft.com/office/officeart/2018/5/layout/CenteredIconLabelDescriptionList"/>
    <dgm:cxn modelId="{861EA4B4-C1FF-4D09-8D85-DA608C761EC7}" type="presParOf" srcId="{414F644A-7088-430D-B2E9-D979F67956D2}" destId="{BF90A882-998B-45A5-9254-63160FC00D26}" srcOrd="0" destOrd="0" presId="urn:microsoft.com/office/officeart/2018/5/layout/CenteredIconLabelDescriptionList"/>
    <dgm:cxn modelId="{2017E352-C221-4DA7-879F-2939522FF86C}" type="presParOf" srcId="{BF90A882-998B-45A5-9254-63160FC00D26}" destId="{229A1DD5-36AE-4A68-AA3A-F928B8F3B9DA}" srcOrd="0" destOrd="0" presId="urn:microsoft.com/office/officeart/2018/5/layout/CenteredIconLabelDescriptionList"/>
    <dgm:cxn modelId="{443B4E3C-509D-4068-9F83-765756D68455}" type="presParOf" srcId="{BF90A882-998B-45A5-9254-63160FC00D26}" destId="{1CDEF821-1401-4332-BD99-B242D56602EB}" srcOrd="1" destOrd="0" presId="urn:microsoft.com/office/officeart/2018/5/layout/CenteredIconLabelDescriptionList"/>
    <dgm:cxn modelId="{34E7E9A1-AA8B-4F06-9C24-B89B288D77EF}" type="presParOf" srcId="{BF90A882-998B-45A5-9254-63160FC00D26}" destId="{07F7F46F-3825-4F61-95BD-3142ED131234}" srcOrd="2" destOrd="0" presId="urn:microsoft.com/office/officeart/2018/5/layout/CenteredIconLabelDescriptionList"/>
    <dgm:cxn modelId="{535DC4F7-3019-4D60-8A72-222F7C71C1F9}" type="presParOf" srcId="{BF90A882-998B-45A5-9254-63160FC00D26}" destId="{25BD2B2B-CB95-4F42-8F9E-D80397213484}" srcOrd="3" destOrd="0" presId="urn:microsoft.com/office/officeart/2018/5/layout/CenteredIconLabelDescriptionList"/>
    <dgm:cxn modelId="{9ECDFF7C-6AC6-4393-B684-863CA98A6839}" type="presParOf" srcId="{BF90A882-998B-45A5-9254-63160FC00D26}" destId="{1C471821-82AE-4E2F-A3CE-E2D4706B6EF0}" srcOrd="4" destOrd="0" presId="urn:microsoft.com/office/officeart/2018/5/layout/CenteredIconLabelDescriptionList"/>
    <dgm:cxn modelId="{9CF77237-80AD-4192-985A-C94ACB0715FA}" type="presParOf" srcId="{414F644A-7088-430D-B2E9-D979F67956D2}" destId="{2398D13F-3BCF-47E8-8891-3831510A7649}" srcOrd="1" destOrd="0" presId="urn:microsoft.com/office/officeart/2018/5/layout/CenteredIconLabelDescriptionList"/>
    <dgm:cxn modelId="{B0326F3B-63FF-4427-80E1-BEBB131470BA}" type="presParOf" srcId="{414F644A-7088-430D-B2E9-D979F67956D2}" destId="{6C4EDEA4-3B8A-4E5B-AA69-98E463381D0B}" srcOrd="2" destOrd="0" presId="urn:microsoft.com/office/officeart/2018/5/layout/CenteredIconLabelDescriptionList"/>
    <dgm:cxn modelId="{2BA89FD6-43FF-402A-B419-0608EC5DFC8B}" type="presParOf" srcId="{6C4EDEA4-3B8A-4E5B-AA69-98E463381D0B}" destId="{65C0B4EE-FDD5-4A55-A5CA-F7C7120E6A32}" srcOrd="0" destOrd="0" presId="urn:microsoft.com/office/officeart/2018/5/layout/CenteredIconLabelDescriptionList"/>
    <dgm:cxn modelId="{D103F2BA-5DD4-4E3D-96D4-AE5071B0484B}" type="presParOf" srcId="{6C4EDEA4-3B8A-4E5B-AA69-98E463381D0B}" destId="{4EA66BBA-891F-4A37-91A6-E887F3532218}" srcOrd="1" destOrd="0" presId="urn:microsoft.com/office/officeart/2018/5/layout/CenteredIconLabelDescriptionList"/>
    <dgm:cxn modelId="{C19F50ED-E49F-4062-8107-1A6B3226F426}" type="presParOf" srcId="{6C4EDEA4-3B8A-4E5B-AA69-98E463381D0B}" destId="{60446098-EE81-484A-BF27-C88D76C59A43}" srcOrd="2" destOrd="0" presId="urn:microsoft.com/office/officeart/2018/5/layout/CenteredIconLabelDescriptionList"/>
    <dgm:cxn modelId="{E27C9DE7-0EA6-4DBB-A376-CFB7F3F60971}" type="presParOf" srcId="{6C4EDEA4-3B8A-4E5B-AA69-98E463381D0B}" destId="{14B356D2-19E2-4116-814A-80EC97EC4F22}" srcOrd="3" destOrd="0" presId="urn:microsoft.com/office/officeart/2018/5/layout/CenteredIconLabelDescriptionList"/>
    <dgm:cxn modelId="{98C4EB00-915E-4922-B466-2F88CCD8AD07}" type="presParOf" srcId="{6C4EDEA4-3B8A-4E5B-AA69-98E463381D0B}" destId="{8C79A7B4-4A28-49ED-A10A-8E532B05910C}" srcOrd="4" destOrd="0" presId="urn:microsoft.com/office/officeart/2018/5/layout/CenteredIconLabelDescriptionList"/>
    <dgm:cxn modelId="{8D18A99E-E2B9-449F-AF2E-A98129C771AA}" type="presParOf" srcId="{414F644A-7088-430D-B2E9-D979F67956D2}" destId="{2A1D40B1-D57D-4CDC-BF03-4D09D198AAC6}" srcOrd="3" destOrd="0" presId="urn:microsoft.com/office/officeart/2018/5/layout/CenteredIconLabelDescriptionList"/>
    <dgm:cxn modelId="{DDDF6C32-1C3D-4D9D-8AE0-3E727DA0AA3D}" type="presParOf" srcId="{414F644A-7088-430D-B2E9-D979F67956D2}" destId="{C6D5EA62-F238-4BE5-A362-AA30009A6E65}" srcOrd="4" destOrd="0" presId="urn:microsoft.com/office/officeart/2018/5/layout/CenteredIconLabelDescriptionList"/>
    <dgm:cxn modelId="{4BD34773-D7B5-4297-8185-D4881C8B0A6B}" type="presParOf" srcId="{C6D5EA62-F238-4BE5-A362-AA30009A6E65}" destId="{BDED29DF-0C71-4069-A5FF-2BE55DC268E3}" srcOrd="0" destOrd="0" presId="urn:microsoft.com/office/officeart/2018/5/layout/CenteredIconLabelDescriptionList"/>
    <dgm:cxn modelId="{CB878700-BD13-45D7-8CFD-32A1275A771A}" type="presParOf" srcId="{C6D5EA62-F238-4BE5-A362-AA30009A6E65}" destId="{A3A9F457-F7CB-4E84-BBA6-4AE7F336CB21}" srcOrd="1" destOrd="0" presId="urn:microsoft.com/office/officeart/2018/5/layout/CenteredIconLabelDescriptionList"/>
    <dgm:cxn modelId="{AB1A7CD3-037F-4D17-BDFF-6E33993481A0}" type="presParOf" srcId="{C6D5EA62-F238-4BE5-A362-AA30009A6E65}" destId="{C3AE3A58-D26A-4F70-BEC2-447A1FD26847}" srcOrd="2" destOrd="0" presId="urn:microsoft.com/office/officeart/2018/5/layout/CenteredIconLabelDescriptionList"/>
    <dgm:cxn modelId="{7C68AF7F-869C-4BF0-BCCE-F298AB04189B}" type="presParOf" srcId="{C6D5EA62-F238-4BE5-A362-AA30009A6E65}" destId="{4FE0A079-526B-4FDD-9425-6D6AF527C0B7}" srcOrd="3" destOrd="0" presId="urn:microsoft.com/office/officeart/2018/5/layout/CenteredIconLabelDescriptionList"/>
    <dgm:cxn modelId="{DEA07857-6ADC-41C5-8E4B-3660F21079CB}" type="presParOf" srcId="{C6D5EA62-F238-4BE5-A362-AA30009A6E65}" destId="{09DA7B10-15F5-413B-9194-D247A8398FA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4FC31C2-BA5B-4D5C-AF34-032BC20614C6}" type="doc">
      <dgm:prSet loTypeId="urn:microsoft.com/office/officeart/2005/8/layout/default" loCatId="list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4D00418-F50B-4EAD-9D15-AC22F77E50DC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Palavras chave:</a:t>
          </a:r>
          <a:r>
            <a:rPr lang="pt-BR"/>
            <a:t> Navegador, Ajax, Requisição , Fetch Api, Assíncrono, Servidor, Promises.</a:t>
          </a:r>
          <a:endParaRPr lang="en-US"/>
        </a:p>
      </dgm:t>
    </dgm:pt>
    <dgm:pt modelId="{12AFBE97-0DB8-4646-83A0-AC1D5EF20C4E}" type="parTrans" cxnId="{7BE09298-AD82-437A-93D2-6FA11D18FACD}">
      <dgm:prSet/>
      <dgm:spPr/>
      <dgm:t>
        <a:bodyPr/>
        <a:lstStyle/>
        <a:p>
          <a:endParaRPr lang="en-US"/>
        </a:p>
      </dgm:t>
    </dgm:pt>
    <dgm:pt modelId="{7A2DF7CD-5311-4E0C-9999-999DF63786C5}" type="sibTrans" cxnId="{7BE09298-AD82-437A-93D2-6FA11D18FACD}">
      <dgm:prSet/>
      <dgm:spPr/>
      <dgm:t>
        <a:bodyPr/>
        <a:lstStyle/>
        <a:p>
          <a:endParaRPr lang="en-US"/>
        </a:p>
      </dgm:t>
    </dgm:pt>
    <dgm:pt modelId="{AC2E1106-EE71-4A20-B399-99552BD599C3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📖 Glossário: </a:t>
          </a:r>
          <a:endParaRPr lang="en-US"/>
        </a:p>
      </dgm:t>
    </dgm:pt>
    <dgm:pt modelId="{6617CE7B-DE06-4CCB-AF14-4E8561A85B0B}" type="parTrans" cxnId="{0A1688EF-A236-4E62-A89D-0C4749B9BA0D}">
      <dgm:prSet/>
      <dgm:spPr/>
      <dgm:t>
        <a:bodyPr/>
        <a:lstStyle/>
        <a:p>
          <a:endParaRPr lang="en-US"/>
        </a:p>
      </dgm:t>
    </dgm:pt>
    <dgm:pt modelId="{FABF5518-5AF4-4EF5-8A92-154430841649}" type="sibTrans" cxnId="{0A1688EF-A236-4E62-A89D-0C4749B9BA0D}">
      <dgm:prSet/>
      <dgm:spPr/>
      <dgm:t>
        <a:bodyPr/>
        <a:lstStyle/>
        <a:p>
          <a:endParaRPr lang="en-US"/>
        </a:p>
      </dgm:t>
    </dgm:pt>
    <dgm:pt modelId="{DABB4F24-73E7-4B4B-80A4-555CFD1020D0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🔍 Navegador</a:t>
          </a:r>
          <a:endParaRPr lang="en-US"/>
        </a:p>
      </dgm:t>
    </dgm:pt>
    <dgm:pt modelId="{E4D6A419-ACAE-41BF-B082-678FDCC74554}" type="parTrans" cxnId="{5C39A67D-AAA4-4991-BA04-04397AFB79D2}">
      <dgm:prSet/>
      <dgm:spPr/>
      <dgm:t>
        <a:bodyPr/>
        <a:lstStyle/>
        <a:p>
          <a:endParaRPr lang="en-US"/>
        </a:p>
      </dgm:t>
    </dgm:pt>
    <dgm:pt modelId="{054AD110-939E-4406-84B8-C309BF9ADBD9}" type="sibTrans" cxnId="{5C39A67D-AAA4-4991-BA04-04397AFB79D2}">
      <dgm:prSet/>
      <dgm:spPr/>
      <dgm:t>
        <a:bodyPr/>
        <a:lstStyle/>
        <a:p>
          <a:endParaRPr lang="en-US"/>
        </a:p>
      </dgm:t>
    </dgm:pt>
    <dgm:pt modelId="{1D1E7B3B-23D2-442C-B7BD-C4688CC4C23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É o programa que usamos para acessar sites na internet, como o Google Chrome, Mozilla Firefox ou Microsoft Edge. Ele interpreta o código das páginas e exibe o conteúdo de forma visual para o usuário.</a:t>
          </a:r>
          <a:endParaRPr lang="en-US"/>
        </a:p>
      </dgm:t>
    </dgm:pt>
    <dgm:pt modelId="{EE01D318-091E-4E5B-AE25-7ABEC023E87E}" type="parTrans" cxnId="{D9A10C42-E6EB-4720-9455-3DDEDDB50EEE}">
      <dgm:prSet/>
      <dgm:spPr/>
      <dgm:t>
        <a:bodyPr/>
        <a:lstStyle/>
        <a:p>
          <a:endParaRPr lang="en-US"/>
        </a:p>
      </dgm:t>
    </dgm:pt>
    <dgm:pt modelId="{58B2EAD3-3B77-468F-BD2A-D8646BD87B18}" type="sibTrans" cxnId="{D9A10C42-E6EB-4720-9455-3DDEDDB50EEE}">
      <dgm:prSet/>
      <dgm:spPr/>
      <dgm:t>
        <a:bodyPr/>
        <a:lstStyle/>
        <a:p>
          <a:endParaRPr lang="en-US"/>
        </a:p>
      </dgm:t>
    </dgm:pt>
    <dgm:pt modelId="{D961EB0E-66AF-4CD3-A44D-B337AD86AAB5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🔁 Ajax (Asynchronous JavaScript and XML)</a:t>
          </a:r>
          <a:endParaRPr lang="en-US"/>
        </a:p>
      </dgm:t>
    </dgm:pt>
    <dgm:pt modelId="{C526B4E0-3834-4E56-A965-17A78F3640C2}" type="parTrans" cxnId="{6DBE85D5-64FF-41FE-A974-22FCF576C2EA}">
      <dgm:prSet/>
      <dgm:spPr/>
      <dgm:t>
        <a:bodyPr/>
        <a:lstStyle/>
        <a:p>
          <a:endParaRPr lang="en-US"/>
        </a:p>
      </dgm:t>
    </dgm:pt>
    <dgm:pt modelId="{46203F62-F413-4C7B-9895-5DE18A132754}" type="sibTrans" cxnId="{6DBE85D5-64FF-41FE-A974-22FCF576C2EA}">
      <dgm:prSet/>
      <dgm:spPr/>
      <dgm:t>
        <a:bodyPr/>
        <a:lstStyle/>
        <a:p>
          <a:endParaRPr lang="en-US"/>
        </a:p>
      </dgm:t>
    </dgm:pt>
    <dgm:pt modelId="{047FCB85-6444-41DF-A4E2-8B2C5C9C037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É uma técnica usada para atualizar partes de uma página da web sem recarregá-la inteira. Por exemplo: ao digitar algo em um campo de busca e os resultados aparecerem automaticamente, isso é feito com Ajax.</a:t>
          </a:r>
          <a:endParaRPr lang="en-US"/>
        </a:p>
      </dgm:t>
    </dgm:pt>
    <dgm:pt modelId="{B3C0B81F-5F94-447C-93D2-40C2C3E00A99}" type="parTrans" cxnId="{EF16E949-EB10-4283-8952-BF4B404E0003}">
      <dgm:prSet/>
      <dgm:spPr/>
      <dgm:t>
        <a:bodyPr/>
        <a:lstStyle/>
        <a:p>
          <a:endParaRPr lang="en-US"/>
        </a:p>
      </dgm:t>
    </dgm:pt>
    <dgm:pt modelId="{35FC00E7-AC4B-42C1-BB92-F6C058B27B46}" type="sibTrans" cxnId="{EF16E949-EB10-4283-8952-BF4B404E0003}">
      <dgm:prSet/>
      <dgm:spPr/>
      <dgm:t>
        <a:bodyPr/>
        <a:lstStyle/>
        <a:p>
          <a:endParaRPr lang="en-US"/>
        </a:p>
      </dgm:t>
    </dgm:pt>
    <dgm:pt modelId="{6EC480C1-E87C-4CCC-AB15-E8DA25A359E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📩 Requisição</a:t>
          </a:r>
          <a:endParaRPr lang="en-US"/>
        </a:p>
      </dgm:t>
    </dgm:pt>
    <dgm:pt modelId="{DDC79C68-7CF1-440C-94E7-1A161FE1A0DB}" type="parTrans" cxnId="{C3CA2148-2635-4139-A762-F96E85A0C80E}">
      <dgm:prSet/>
      <dgm:spPr/>
      <dgm:t>
        <a:bodyPr/>
        <a:lstStyle/>
        <a:p>
          <a:endParaRPr lang="en-US"/>
        </a:p>
      </dgm:t>
    </dgm:pt>
    <dgm:pt modelId="{4FEBBEF9-9CB6-4E6A-804D-3D535BC66A36}" type="sibTrans" cxnId="{C3CA2148-2635-4139-A762-F96E85A0C80E}">
      <dgm:prSet/>
      <dgm:spPr/>
      <dgm:t>
        <a:bodyPr/>
        <a:lstStyle/>
        <a:p>
          <a:endParaRPr lang="en-US"/>
        </a:p>
      </dgm:t>
    </dgm:pt>
    <dgm:pt modelId="{E3DEE81E-E034-4331-9FD6-DF686ECF09F7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É quando o navegador pede algo ao servidor, como um arquivo, imagem ou informação. Existem diferentes tipos de requisição, como:</a:t>
          </a:r>
          <a:endParaRPr lang="en-US"/>
        </a:p>
      </dgm:t>
    </dgm:pt>
    <dgm:pt modelId="{4A219BD9-722A-4884-B531-56301CF07446}" type="parTrans" cxnId="{3555E424-7DC5-4467-987D-3EDA3E89FB66}">
      <dgm:prSet/>
      <dgm:spPr/>
      <dgm:t>
        <a:bodyPr/>
        <a:lstStyle/>
        <a:p>
          <a:endParaRPr lang="en-US"/>
        </a:p>
      </dgm:t>
    </dgm:pt>
    <dgm:pt modelId="{34181012-031E-4FAC-9CB2-E728EC7B9F33}" type="sibTrans" cxnId="{3555E424-7DC5-4467-987D-3EDA3E89FB66}">
      <dgm:prSet/>
      <dgm:spPr/>
      <dgm:t>
        <a:bodyPr/>
        <a:lstStyle/>
        <a:p>
          <a:endParaRPr lang="en-US"/>
        </a:p>
      </dgm:t>
    </dgm:pt>
    <dgm:pt modelId="{6E9593A1-6ED2-44CE-B6E3-D80E3F870D19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GET: para buscar dados;</a:t>
          </a:r>
          <a:endParaRPr lang="en-US"/>
        </a:p>
      </dgm:t>
    </dgm:pt>
    <dgm:pt modelId="{A780603A-5380-4484-B491-D83E11C8534D}" type="parTrans" cxnId="{470E2FFF-87A6-4B98-8353-6B530865D2A6}">
      <dgm:prSet/>
      <dgm:spPr/>
      <dgm:t>
        <a:bodyPr/>
        <a:lstStyle/>
        <a:p>
          <a:endParaRPr lang="en-US"/>
        </a:p>
      </dgm:t>
    </dgm:pt>
    <dgm:pt modelId="{4786FEE4-465D-4C3E-8D52-0B804D07ED72}" type="sibTrans" cxnId="{470E2FFF-87A6-4B98-8353-6B530865D2A6}">
      <dgm:prSet/>
      <dgm:spPr/>
      <dgm:t>
        <a:bodyPr/>
        <a:lstStyle/>
        <a:p>
          <a:endParaRPr lang="en-US"/>
        </a:p>
      </dgm:t>
    </dgm:pt>
    <dgm:pt modelId="{6118CFDC-8D8E-43EC-857C-DBAD49F9098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POST: para enviar dados.</a:t>
          </a:r>
          <a:endParaRPr lang="en-US"/>
        </a:p>
      </dgm:t>
    </dgm:pt>
    <dgm:pt modelId="{8D437589-9FE0-4A92-B4B2-50AD9C9636D4}" type="parTrans" cxnId="{93DCB00D-D686-4AAB-9BA1-C7EB9B247A5E}">
      <dgm:prSet/>
      <dgm:spPr/>
      <dgm:t>
        <a:bodyPr/>
        <a:lstStyle/>
        <a:p>
          <a:endParaRPr lang="en-US"/>
        </a:p>
      </dgm:t>
    </dgm:pt>
    <dgm:pt modelId="{FA49D7CD-DD3B-4319-846A-AA9171370548}" type="sibTrans" cxnId="{93DCB00D-D686-4AAB-9BA1-C7EB9B247A5E}">
      <dgm:prSet/>
      <dgm:spPr/>
      <dgm:t>
        <a:bodyPr/>
        <a:lstStyle/>
        <a:p>
          <a:endParaRPr lang="en-US"/>
        </a:p>
      </dgm:t>
    </dgm:pt>
    <dgm:pt modelId="{F614FB15-E967-4435-B1C7-8E16ABF8C3E8}" type="pres">
      <dgm:prSet presAssocID="{54FC31C2-BA5B-4D5C-AF34-032BC20614C6}" presName="diagram" presStyleCnt="0">
        <dgm:presLayoutVars>
          <dgm:dir/>
          <dgm:resizeHandles val="exact"/>
        </dgm:presLayoutVars>
      </dgm:prSet>
      <dgm:spPr/>
    </dgm:pt>
    <dgm:pt modelId="{195CF41B-168E-49CD-8912-07711C6B9AD2}" type="pres">
      <dgm:prSet presAssocID="{64D00418-F50B-4EAD-9D15-AC22F77E50DC}" presName="node" presStyleLbl="node1" presStyleIdx="0" presStyleCnt="8">
        <dgm:presLayoutVars>
          <dgm:bulletEnabled val="1"/>
        </dgm:presLayoutVars>
      </dgm:prSet>
      <dgm:spPr/>
    </dgm:pt>
    <dgm:pt modelId="{98E6F3C7-E37B-44A0-BFB2-0DD20206EE46}" type="pres">
      <dgm:prSet presAssocID="{7A2DF7CD-5311-4E0C-9999-999DF63786C5}" presName="sibTrans" presStyleCnt="0"/>
      <dgm:spPr/>
    </dgm:pt>
    <dgm:pt modelId="{529879CB-A8EF-4AA3-808F-64C30D6A38AA}" type="pres">
      <dgm:prSet presAssocID="{AC2E1106-EE71-4A20-B399-99552BD599C3}" presName="node" presStyleLbl="node1" presStyleIdx="1" presStyleCnt="8">
        <dgm:presLayoutVars>
          <dgm:bulletEnabled val="1"/>
        </dgm:presLayoutVars>
      </dgm:prSet>
      <dgm:spPr/>
    </dgm:pt>
    <dgm:pt modelId="{6807D80D-E784-414D-A48D-81818731C7CE}" type="pres">
      <dgm:prSet presAssocID="{FABF5518-5AF4-4EF5-8A92-154430841649}" presName="sibTrans" presStyleCnt="0"/>
      <dgm:spPr/>
    </dgm:pt>
    <dgm:pt modelId="{263D30CC-F146-473C-985D-674069C6395F}" type="pres">
      <dgm:prSet presAssocID="{DABB4F24-73E7-4B4B-80A4-555CFD1020D0}" presName="node" presStyleLbl="node1" presStyleIdx="2" presStyleCnt="8">
        <dgm:presLayoutVars>
          <dgm:bulletEnabled val="1"/>
        </dgm:presLayoutVars>
      </dgm:prSet>
      <dgm:spPr/>
    </dgm:pt>
    <dgm:pt modelId="{84DA6EBF-A63C-4FD7-8086-FC9E68B29DAE}" type="pres">
      <dgm:prSet presAssocID="{054AD110-939E-4406-84B8-C309BF9ADBD9}" presName="sibTrans" presStyleCnt="0"/>
      <dgm:spPr/>
    </dgm:pt>
    <dgm:pt modelId="{B8E06DF4-DB10-4837-A8B9-E7C083FB2683}" type="pres">
      <dgm:prSet presAssocID="{1D1E7B3B-23D2-442C-B7BD-C4688CC4C235}" presName="node" presStyleLbl="node1" presStyleIdx="3" presStyleCnt="8">
        <dgm:presLayoutVars>
          <dgm:bulletEnabled val="1"/>
        </dgm:presLayoutVars>
      </dgm:prSet>
      <dgm:spPr/>
    </dgm:pt>
    <dgm:pt modelId="{BD99470B-726B-4E81-BDDF-C33559CAF40F}" type="pres">
      <dgm:prSet presAssocID="{58B2EAD3-3B77-468F-BD2A-D8646BD87B18}" presName="sibTrans" presStyleCnt="0"/>
      <dgm:spPr/>
    </dgm:pt>
    <dgm:pt modelId="{ED8B83AC-6C95-4F72-8B4B-107E9E581286}" type="pres">
      <dgm:prSet presAssocID="{D961EB0E-66AF-4CD3-A44D-B337AD86AAB5}" presName="node" presStyleLbl="node1" presStyleIdx="4" presStyleCnt="8">
        <dgm:presLayoutVars>
          <dgm:bulletEnabled val="1"/>
        </dgm:presLayoutVars>
      </dgm:prSet>
      <dgm:spPr/>
    </dgm:pt>
    <dgm:pt modelId="{731BA941-8488-4091-A31F-254F2053EE1A}" type="pres">
      <dgm:prSet presAssocID="{46203F62-F413-4C7B-9895-5DE18A132754}" presName="sibTrans" presStyleCnt="0"/>
      <dgm:spPr/>
    </dgm:pt>
    <dgm:pt modelId="{C79CF04A-E31A-4C8A-8737-46A855EAABA0}" type="pres">
      <dgm:prSet presAssocID="{047FCB85-6444-41DF-A4E2-8B2C5C9C0374}" presName="node" presStyleLbl="node1" presStyleIdx="5" presStyleCnt="8">
        <dgm:presLayoutVars>
          <dgm:bulletEnabled val="1"/>
        </dgm:presLayoutVars>
      </dgm:prSet>
      <dgm:spPr/>
    </dgm:pt>
    <dgm:pt modelId="{3058F471-6872-4163-972F-6F43FF62D075}" type="pres">
      <dgm:prSet presAssocID="{35FC00E7-AC4B-42C1-BB92-F6C058B27B46}" presName="sibTrans" presStyleCnt="0"/>
      <dgm:spPr/>
    </dgm:pt>
    <dgm:pt modelId="{13EFE655-FED0-4F46-91EF-4A3DB2621796}" type="pres">
      <dgm:prSet presAssocID="{6EC480C1-E87C-4CCC-AB15-E8DA25A359EB}" presName="node" presStyleLbl="node1" presStyleIdx="6" presStyleCnt="8">
        <dgm:presLayoutVars>
          <dgm:bulletEnabled val="1"/>
        </dgm:presLayoutVars>
      </dgm:prSet>
      <dgm:spPr/>
    </dgm:pt>
    <dgm:pt modelId="{C93AEA3E-02C6-4E23-BDA0-B6D0399D5883}" type="pres">
      <dgm:prSet presAssocID="{4FEBBEF9-9CB6-4E6A-804D-3D535BC66A36}" presName="sibTrans" presStyleCnt="0"/>
      <dgm:spPr/>
    </dgm:pt>
    <dgm:pt modelId="{CEDEF25C-4E9C-45DA-926F-9AC08BB2505F}" type="pres">
      <dgm:prSet presAssocID="{E3DEE81E-E034-4331-9FD6-DF686ECF09F7}" presName="node" presStyleLbl="node1" presStyleIdx="7" presStyleCnt="8">
        <dgm:presLayoutVars>
          <dgm:bulletEnabled val="1"/>
        </dgm:presLayoutVars>
      </dgm:prSet>
      <dgm:spPr/>
    </dgm:pt>
  </dgm:ptLst>
  <dgm:cxnLst>
    <dgm:cxn modelId="{BEE89A05-AA97-402D-8880-5FF70E2A109F}" type="presOf" srcId="{6118CFDC-8D8E-43EC-857C-DBAD49F90984}" destId="{CEDEF25C-4E9C-45DA-926F-9AC08BB2505F}" srcOrd="0" destOrd="2" presId="urn:microsoft.com/office/officeart/2005/8/layout/default"/>
    <dgm:cxn modelId="{BDE12906-7B9C-4071-93B7-3F999F10B707}" type="presOf" srcId="{6E9593A1-6ED2-44CE-B6E3-D80E3F870D19}" destId="{CEDEF25C-4E9C-45DA-926F-9AC08BB2505F}" srcOrd="0" destOrd="1" presId="urn:microsoft.com/office/officeart/2005/8/layout/default"/>
    <dgm:cxn modelId="{93DCB00D-D686-4AAB-9BA1-C7EB9B247A5E}" srcId="{E3DEE81E-E034-4331-9FD6-DF686ECF09F7}" destId="{6118CFDC-8D8E-43EC-857C-DBAD49F90984}" srcOrd="1" destOrd="0" parTransId="{8D437589-9FE0-4A92-B4B2-50AD9C9636D4}" sibTransId="{FA49D7CD-DD3B-4319-846A-AA9171370548}"/>
    <dgm:cxn modelId="{3555E424-7DC5-4467-987D-3EDA3E89FB66}" srcId="{54FC31C2-BA5B-4D5C-AF34-032BC20614C6}" destId="{E3DEE81E-E034-4331-9FD6-DF686ECF09F7}" srcOrd="7" destOrd="0" parTransId="{4A219BD9-722A-4884-B531-56301CF07446}" sibTransId="{34181012-031E-4FAC-9CB2-E728EC7B9F33}"/>
    <dgm:cxn modelId="{76E23F3F-DE7C-4131-8135-560016335527}" type="presOf" srcId="{54FC31C2-BA5B-4D5C-AF34-032BC20614C6}" destId="{F614FB15-E967-4435-B1C7-8E16ABF8C3E8}" srcOrd="0" destOrd="0" presId="urn:microsoft.com/office/officeart/2005/8/layout/default"/>
    <dgm:cxn modelId="{D9A10C42-E6EB-4720-9455-3DDEDDB50EEE}" srcId="{54FC31C2-BA5B-4D5C-AF34-032BC20614C6}" destId="{1D1E7B3B-23D2-442C-B7BD-C4688CC4C235}" srcOrd="3" destOrd="0" parTransId="{EE01D318-091E-4E5B-AE25-7ABEC023E87E}" sibTransId="{58B2EAD3-3B77-468F-BD2A-D8646BD87B18}"/>
    <dgm:cxn modelId="{C3CA2148-2635-4139-A762-F96E85A0C80E}" srcId="{54FC31C2-BA5B-4D5C-AF34-032BC20614C6}" destId="{6EC480C1-E87C-4CCC-AB15-E8DA25A359EB}" srcOrd="6" destOrd="0" parTransId="{DDC79C68-7CF1-440C-94E7-1A161FE1A0DB}" sibTransId="{4FEBBEF9-9CB6-4E6A-804D-3D535BC66A36}"/>
    <dgm:cxn modelId="{4EF46248-C504-4403-BC56-6E955CA4A3CD}" type="presOf" srcId="{1D1E7B3B-23D2-442C-B7BD-C4688CC4C235}" destId="{B8E06DF4-DB10-4837-A8B9-E7C083FB2683}" srcOrd="0" destOrd="0" presId="urn:microsoft.com/office/officeart/2005/8/layout/default"/>
    <dgm:cxn modelId="{EF16E949-EB10-4283-8952-BF4B404E0003}" srcId="{54FC31C2-BA5B-4D5C-AF34-032BC20614C6}" destId="{047FCB85-6444-41DF-A4E2-8B2C5C9C0374}" srcOrd="5" destOrd="0" parTransId="{B3C0B81F-5F94-447C-93D2-40C2C3E00A99}" sibTransId="{35FC00E7-AC4B-42C1-BB92-F6C058B27B46}"/>
    <dgm:cxn modelId="{5C39A67D-AAA4-4991-BA04-04397AFB79D2}" srcId="{54FC31C2-BA5B-4D5C-AF34-032BC20614C6}" destId="{DABB4F24-73E7-4B4B-80A4-555CFD1020D0}" srcOrd="2" destOrd="0" parTransId="{E4D6A419-ACAE-41BF-B082-678FDCC74554}" sibTransId="{054AD110-939E-4406-84B8-C309BF9ADBD9}"/>
    <dgm:cxn modelId="{0C6E5C88-CFC6-44FB-A5F5-9ECB9EA22FB0}" type="presOf" srcId="{047FCB85-6444-41DF-A4E2-8B2C5C9C0374}" destId="{C79CF04A-E31A-4C8A-8737-46A855EAABA0}" srcOrd="0" destOrd="0" presId="urn:microsoft.com/office/officeart/2005/8/layout/default"/>
    <dgm:cxn modelId="{01A0E488-5C72-452F-947F-D5247DA9DB8A}" type="presOf" srcId="{D961EB0E-66AF-4CD3-A44D-B337AD86AAB5}" destId="{ED8B83AC-6C95-4F72-8B4B-107E9E581286}" srcOrd="0" destOrd="0" presId="urn:microsoft.com/office/officeart/2005/8/layout/default"/>
    <dgm:cxn modelId="{A692538A-1A9B-41D4-A245-B065BB2DC400}" type="presOf" srcId="{AC2E1106-EE71-4A20-B399-99552BD599C3}" destId="{529879CB-A8EF-4AA3-808F-64C30D6A38AA}" srcOrd="0" destOrd="0" presId="urn:microsoft.com/office/officeart/2005/8/layout/default"/>
    <dgm:cxn modelId="{96EB8190-6D24-42EF-8087-017E06A9611A}" type="presOf" srcId="{64D00418-F50B-4EAD-9D15-AC22F77E50DC}" destId="{195CF41B-168E-49CD-8912-07711C6B9AD2}" srcOrd="0" destOrd="0" presId="urn:microsoft.com/office/officeart/2005/8/layout/default"/>
    <dgm:cxn modelId="{2370CC93-A485-4A52-9801-386A4676DB41}" type="presOf" srcId="{DABB4F24-73E7-4B4B-80A4-555CFD1020D0}" destId="{263D30CC-F146-473C-985D-674069C6395F}" srcOrd="0" destOrd="0" presId="urn:microsoft.com/office/officeart/2005/8/layout/default"/>
    <dgm:cxn modelId="{7BE09298-AD82-437A-93D2-6FA11D18FACD}" srcId="{54FC31C2-BA5B-4D5C-AF34-032BC20614C6}" destId="{64D00418-F50B-4EAD-9D15-AC22F77E50DC}" srcOrd="0" destOrd="0" parTransId="{12AFBE97-0DB8-4646-83A0-AC1D5EF20C4E}" sibTransId="{7A2DF7CD-5311-4E0C-9999-999DF63786C5}"/>
    <dgm:cxn modelId="{0758F5BD-7343-44A0-B52F-21C45CB8DCC7}" type="presOf" srcId="{E3DEE81E-E034-4331-9FD6-DF686ECF09F7}" destId="{CEDEF25C-4E9C-45DA-926F-9AC08BB2505F}" srcOrd="0" destOrd="0" presId="urn:microsoft.com/office/officeart/2005/8/layout/default"/>
    <dgm:cxn modelId="{6DBE85D5-64FF-41FE-A974-22FCF576C2EA}" srcId="{54FC31C2-BA5B-4D5C-AF34-032BC20614C6}" destId="{D961EB0E-66AF-4CD3-A44D-B337AD86AAB5}" srcOrd="4" destOrd="0" parTransId="{C526B4E0-3834-4E56-A965-17A78F3640C2}" sibTransId="{46203F62-F413-4C7B-9895-5DE18A132754}"/>
    <dgm:cxn modelId="{F29B9DDB-0709-4E13-AF58-62DD1D99D287}" type="presOf" srcId="{6EC480C1-E87C-4CCC-AB15-E8DA25A359EB}" destId="{13EFE655-FED0-4F46-91EF-4A3DB2621796}" srcOrd="0" destOrd="0" presId="urn:microsoft.com/office/officeart/2005/8/layout/default"/>
    <dgm:cxn modelId="{0A1688EF-A236-4E62-A89D-0C4749B9BA0D}" srcId="{54FC31C2-BA5B-4D5C-AF34-032BC20614C6}" destId="{AC2E1106-EE71-4A20-B399-99552BD599C3}" srcOrd="1" destOrd="0" parTransId="{6617CE7B-DE06-4CCB-AF14-4E8561A85B0B}" sibTransId="{FABF5518-5AF4-4EF5-8A92-154430841649}"/>
    <dgm:cxn modelId="{470E2FFF-87A6-4B98-8353-6B530865D2A6}" srcId="{E3DEE81E-E034-4331-9FD6-DF686ECF09F7}" destId="{6E9593A1-6ED2-44CE-B6E3-D80E3F870D19}" srcOrd="0" destOrd="0" parTransId="{A780603A-5380-4484-B491-D83E11C8534D}" sibTransId="{4786FEE4-465D-4C3E-8D52-0B804D07ED72}"/>
    <dgm:cxn modelId="{0D5A8F1C-F3EC-4A14-AD79-2F248917A6A0}" type="presParOf" srcId="{F614FB15-E967-4435-B1C7-8E16ABF8C3E8}" destId="{195CF41B-168E-49CD-8912-07711C6B9AD2}" srcOrd="0" destOrd="0" presId="urn:microsoft.com/office/officeart/2005/8/layout/default"/>
    <dgm:cxn modelId="{29581BCD-EDD3-414E-91D9-4968025C30D8}" type="presParOf" srcId="{F614FB15-E967-4435-B1C7-8E16ABF8C3E8}" destId="{98E6F3C7-E37B-44A0-BFB2-0DD20206EE46}" srcOrd="1" destOrd="0" presId="urn:microsoft.com/office/officeart/2005/8/layout/default"/>
    <dgm:cxn modelId="{0254BECB-5FEA-4607-ABDB-4F2E94D387B3}" type="presParOf" srcId="{F614FB15-E967-4435-B1C7-8E16ABF8C3E8}" destId="{529879CB-A8EF-4AA3-808F-64C30D6A38AA}" srcOrd="2" destOrd="0" presId="urn:microsoft.com/office/officeart/2005/8/layout/default"/>
    <dgm:cxn modelId="{01A09EB1-AD8E-4ED4-A575-711FFA69D690}" type="presParOf" srcId="{F614FB15-E967-4435-B1C7-8E16ABF8C3E8}" destId="{6807D80D-E784-414D-A48D-81818731C7CE}" srcOrd="3" destOrd="0" presId="urn:microsoft.com/office/officeart/2005/8/layout/default"/>
    <dgm:cxn modelId="{0AE54B3D-BF84-4A93-93F8-2BD92FE8A0FC}" type="presParOf" srcId="{F614FB15-E967-4435-B1C7-8E16ABF8C3E8}" destId="{263D30CC-F146-473C-985D-674069C6395F}" srcOrd="4" destOrd="0" presId="urn:microsoft.com/office/officeart/2005/8/layout/default"/>
    <dgm:cxn modelId="{BB7D639D-4EA8-4878-90EB-E8B7BD1F00B4}" type="presParOf" srcId="{F614FB15-E967-4435-B1C7-8E16ABF8C3E8}" destId="{84DA6EBF-A63C-4FD7-8086-FC9E68B29DAE}" srcOrd="5" destOrd="0" presId="urn:microsoft.com/office/officeart/2005/8/layout/default"/>
    <dgm:cxn modelId="{EC92C1DD-4A14-4697-9488-6364127D9578}" type="presParOf" srcId="{F614FB15-E967-4435-B1C7-8E16ABF8C3E8}" destId="{B8E06DF4-DB10-4837-A8B9-E7C083FB2683}" srcOrd="6" destOrd="0" presId="urn:microsoft.com/office/officeart/2005/8/layout/default"/>
    <dgm:cxn modelId="{30B486F1-0A50-4F8E-8AD2-0D484002821A}" type="presParOf" srcId="{F614FB15-E967-4435-B1C7-8E16ABF8C3E8}" destId="{BD99470B-726B-4E81-BDDF-C33559CAF40F}" srcOrd="7" destOrd="0" presId="urn:microsoft.com/office/officeart/2005/8/layout/default"/>
    <dgm:cxn modelId="{D6070CFB-A295-48CE-AAF4-4214F5C0CA91}" type="presParOf" srcId="{F614FB15-E967-4435-B1C7-8E16ABF8C3E8}" destId="{ED8B83AC-6C95-4F72-8B4B-107E9E581286}" srcOrd="8" destOrd="0" presId="urn:microsoft.com/office/officeart/2005/8/layout/default"/>
    <dgm:cxn modelId="{216B93B9-9F50-40B4-84C9-FDB9AD2F5924}" type="presParOf" srcId="{F614FB15-E967-4435-B1C7-8E16ABF8C3E8}" destId="{731BA941-8488-4091-A31F-254F2053EE1A}" srcOrd="9" destOrd="0" presId="urn:microsoft.com/office/officeart/2005/8/layout/default"/>
    <dgm:cxn modelId="{2460884C-BBB5-4A56-BA26-427F3D95099C}" type="presParOf" srcId="{F614FB15-E967-4435-B1C7-8E16ABF8C3E8}" destId="{C79CF04A-E31A-4C8A-8737-46A855EAABA0}" srcOrd="10" destOrd="0" presId="urn:microsoft.com/office/officeart/2005/8/layout/default"/>
    <dgm:cxn modelId="{6CC3FC54-CDFA-4A6C-A227-0B2E1C02985C}" type="presParOf" srcId="{F614FB15-E967-4435-B1C7-8E16ABF8C3E8}" destId="{3058F471-6872-4163-972F-6F43FF62D075}" srcOrd="11" destOrd="0" presId="urn:microsoft.com/office/officeart/2005/8/layout/default"/>
    <dgm:cxn modelId="{196BE837-C6CF-46D1-8F16-DE9934FE97F1}" type="presParOf" srcId="{F614FB15-E967-4435-B1C7-8E16ABF8C3E8}" destId="{13EFE655-FED0-4F46-91EF-4A3DB2621796}" srcOrd="12" destOrd="0" presId="urn:microsoft.com/office/officeart/2005/8/layout/default"/>
    <dgm:cxn modelId="{1A35C4FA-88FC-4D7A-9890-D8A041B0BC59}" type="presParOf" srcId="{F614FB15-E967-4435-B1C7-8E16ABF8C3E8}" destId="{C93AEA3E-02C6-4E23-BDA0-B6D0399D5883}" srcOrd="13" destOrd="0" presId="urn:microsoft.com/office/officeart/2005/8/layout/default"/>
    <dgm:cxn modelId="{947DC852-5C72-4D30-AFE1-848B21E34A11}" type="presParOf" srcId="{F614FB15-E967-4435-B1C7-8E16ABF8C3E8}" destId="{CEDEF25C-4E9C-45DA-926F-9AC08BB2505F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24FB035-8830-49C3-9A5F-D59D7F91A57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271C5F4-5679-4180-B180-892843E0289E}">
      <dgm:prSet/>
      <dgm:spPr/>
      <dgm:t>
        <a:bodyPr/>
        <a:lstStyle/>
        <a:p>
          <a:r>
            <a:rPr lang="en-US" b="1"/>
            <a:t>🌐 Fetch API</a:t>
          </a:r>
          <a:endParaRPr lang="en-US"/>
        </a:p>
      </dgm:t>
    </dgm:pt>
    <dgm:pt modelId="{A245540B-9CC3-429A-961B-F9766CC29785}" type="parTrans" cxnId="{DE6D0F55-CAEF-4E22-9DDC-3643CEB414FE}">
      <dgm:prSet/>
      <dgm:spPr/>
      <dgm:t>
        <a:bodyPr/>
        <a:lstStyle/>
        <a:p>
          <a:endParaRPr lang="en-US"/>
        </a:p>
      </dgm:t>
    </dgm:pt>
    <dgm:pt modelId="{AA37AD5E-9405-4FB7-A13C-0EF28D7FC0FF}" type="sibTrans" cxnId="{DE6D0F55-CAEF-4E22-9DDC-3643CEB414FE}">
      <dgm:prSet/>
      <dgm:spPr/>
      <dgm:t>
        <a:bodyPr/>
        <a:lstStyle/>
        <a:p>
          <a:endParaRPr lang="en-US"/>
        </a:p>
      </dgm:t>
    </dgm:pt>
    <dgm:pt modelId="{F74CA3EC-61E8-46C9-9439-40CF33CC6B6A}">
      <dgm:prSet/>
      <dgm:spPr/>
      <dgm:t>
        <a:bodyPr/>
        <a:lstStyle/>
        <a:p>
          <a:r>
            <a:rPr lang="en-US" b="1" dirty="0"/>
            <a:t>É </a:t>
          </a:r>
          <a:r>
            <a:rPr lang="en-US" b="1" dirty="0" err="1"/>
            <a:t>uma</a:t>
          </a:r>
          <a:r>
            <a:rPr lang="en-US" b="1" dirty="0"/>
            <a:t> ferramenta moderna do JavaScript que serve para </a:t>
          </a:r>
          <a:r>
            <a:rPr lang="en-US" b="1" dirty="0" err="1"/>
            <a:t>fazer</a:t>
          </a:r>
          <a:r>
            <a:rPr lang="en-US" b="1" dirty="0"/>
            <a:t> </a:t>
          </a:r>
          <a:r>
            <a:rPr lang="en-US" b="1" dirty="0" err="1"/>
            <a:t>requisições</a:t>
          </a:r>
          <a:r>
            <a:rPr lang="en-US" b="1" dirty="0"/>
            <a:t> a </a:t>
          </a:r>
          <a:r>
            <a:rPr lang="en-US" b="1" dirty="0" err="1"/>
            <a:t>servidores</a:t>
          </a:r>
          <a:r>
            <a:rPr lang="en-US" b="1" dirty="0"/>
            <a:t>. Com </a:t>
          </a:r>
          <a:r>
            <a:rPr lang="en-US" b="1" dirty="0" err="1"/>
            <a:t>ela</a:t>
          </a:r>
          <a:r>
            <a:rPr lang="en-US" b="1" dirty="0"/>
            <a:t>, </a:t>
          </a:r>
          <a:r>
            <a:rPr lang="en-US" b="1" dirty="0" err="1"/>
            <a:t>conseguimos</a:t>
          </a:r>
          <a:r>
            <a:rPr lang="en-US" b="1" dirty="0"/>
            <a:t> </a:t>
          </a:r>
          <a:r>
            <a:rPr lang="en-US" b="1" dirty="0" err="1"/>
            <a:t>buscar</a:t>
          </a:r>
          <a:r>
            <a:rPr lang="en-US" b="1" dirty="0"/>
            <a:t> </a:t>
          </a:r>
          <a:r>
            <a:rPr lang="en-US" b="1" dirty="0" err="1"/>
            <a:t>informações</a:t>
          </a:r>
          <a:r>
            <a:rPr lang="en-US" b="1" dirty="0"/>
            <a:t> de forma simples e </a:t>
          </a:r>
          <a:r>
            <a:rPr lang="en-US" b="1" dirty="0" err="1"/>
            <a:t>clara</a:t>
          </a:r>
          <a:r>
            <a:rPr lang="en-US" b="1" dirty="0"/>
            <a:t>. </a:t>
          </a:r>
          <a:r>
            <a:rPr lang="en-US" b="1" dirty="0" err="1"/>
            <a:t>Exemplo</a:t>
          </a:r>
          <a:r>
            <a:rPr lang="en-US" b="1" dirty="0"/>
            <a:t>: </a:t>
          </a:r>
          <a:r>
            <a:rPr lang="en-US" b="1" dirty="0" err="1"/>
            <a:t>buscar</a:t>
          </a:r>
          <a:r>
            <a:rPr lang="en-US" b="1" dirty="0"/>
            <a:t> a </a:t>
          </a:r>
          <a:r>
            <a:rPr lang="en-US" b="1" dirty="0" err="1"/>
            <a:t>previsão</a:t>
          </a:r>
          <a:r>
            <a:rPr lang="en-US" b="1" dirty="0"/>
            <a:t> do tempo de um site </a:t>
          </a:r>
          <a:r>
            <a:rPr lang="en-US" b="1" dirty="0" err="1"/>
            <a:t>externo</a:t>
          </a:r>
          <a:r>
            <a:rPr lang="en-US" b="1" dirty="0"/>
            <a:t>.</a:t>
          </a:r>
          <a:endParaRPr lang="en-US" dirty="0"/>
        </a:p>
      </dgm:t>
    </dgm:pt>
    <dgm:pt modelId="{F5449104-3D8C-4506-8E92-D5C57F7DFB63}" type="parTrans" cxnId="{94820529-195B-463A-819A-88A54F0F3351}">
      <dgm:prSet/>
      <dgm:spPr/>
      <dgm:t>
        <a:bodyPr/>
        <a:lstStyle/>
        <a:p>
          <a:endParaRPr lang="en-US"/>
        </a:p>
      </dgm:t>
    </dgm:pt>
    <dgm:pt modelId="{C8870A2F-23E3-4C66-BA47-6B38897B13FE}" type="sibTrans" cxnId="{94820529-195B-463A-819A-88A54F0F3351}">
      <dgm:prSet/>
      <dgm:spPr/>
      <dgm:t>
        <a:bodyPr/>
        <a:lstStyle/>
        <a:p>
          <a:endParaRPr lang="en-US"/>
        </a:p>
      </dgm:t>
    </dgm:pt>
    <dgm:pt modelId="{F740985C-7F7F-4306-AA6A-2AFA12C6E9E1}">
      <dgm:prSet/>
      <dgm:spPr/>
      <dgm:t>
        <a:bodyPr/>
        <a:lstStyle/>
        <a:p>
          <a:r>
            <a:rPr lang="en-US" b="1"/>
            <a:t>⏳ Assíncrono</a:t>
          </a:r>
          <a:endParaRPr lang="en-US"/>
        </a:p>
      </dgm:t>
    </dgm:pt>
    <dgm:pt modelId="{7C5A7547-C1C0-4ABF-954D-8E4A59107BEB}" type="parTrans" cxnId="{7BE9A26B-4743-4E35-BAB5-9E885FE2934E}">
      <dgm:prSet/>
      <dgm:spPr/>
      <dgm:t>
        <a:bodyPr/>
        <a:lstStyle/>
        <a:p>
          <a:endParaRPr lang="en-US"/>
        </a:p>
      </dgm:t>
    </dgm:pt>
    <dgm:pt modelId="{7AD2F9E7-3D3D-48EE-B709-ABAA783007A4}" type="sibTrans" cxnId="{7BE9A26B-4743-4E35-BAB5-9E885FE2934E}">
      <dgm:prSet/>
      <dgm:spPr/>
      <dgm:t>
        <a:bodyPr/>
        <a:lstStyle/>
        <a:p>
          <a:endParaRPr lang="en-US"/>
        </a:p>
      </dgm:t>
    </dgm:pt>
    <dgm:pt modelId="{D62FF890-8EE9-4534-ADBC-E4B5D85759B5}">
      <dgm:prSet/>
      <dgm:spPr/>
      <dgm:t>
        <a:bodyPr/>
        <a:lstStyle/>
        <a:p>
          <a:r>
            <a:rPr lang="en-US" b="1" dirty="0" err="1"/>
            <a:t>Significa</a:t>
          </a:r>
          <a:r>
            <a:rPr lang="en-US" b="1" dirty="0"/>
            <a:t> que algo </a:t>
          </a:r>
          <a:r>
            <a:rPr lang="en-US" b="1" dirty="0" err="1"/>
            <a:t>acontece</a:t>
          </a:r>
          <a:r>
            <a:rPr lang="en-US" b="1" dirty="0"/>
            <a:t> </a:t>
          </a:r>
          <a:r>
            <a:rPr lang="en-US" b="1" dirty="0" err="1"/>
            <a:t>em</a:t>
          </a:r>
          <a:r>
            <a:rPr lang="en-US" b="1" dirty="0"/>
            <a:t> </a:t>
          </a:r>
          <a:r>
            <a:rPr lang="en-US" b="1" dirty="0" err="1"/>
            <a:t>segundo</a:t>
          </a:r>
          <a:r>
            <a:rPr lang="en-US" b="1" dirty="0"/>
            <a:t> plano, </a:t>
          </a:r>
          <a:r>
            <a:rPr lang="en-US" b="1" dirty="0" err="1"/>
            <a:t>sem</a:t>
          </a:r>
          <a:r>
            <a:rPr lang="en-US" b="1" dirty="0"/>
            <a:t> </a:t>
          </a:r>
          <a:r>
            <a:rPr lang="en-US" b="1" dirty="0" err="1"/>
            <a:t>travar</a:t>
          </a:r>
          <a:r>
            <a:rPr lang="en-US" b="1" dirty="0"/>
            <a:t> o restante do site. Por </a:t>
          </a:r>
          <a:r>
            <a:rPr lang="en-US" b="1" dirty="0" err="1"/>
            <a:t>exemplo</a:t>
          </a:r>
          <a:r>
            <a:rPr lang="en-US" b="1" dirty="0"/>
            <a:t>, </a:t>
          </a:r>
          <a:r>
            <a:rPr lang="en-US" b="1" dirty="0" err="1"/>
            <a:t>enquanto</a:t>
          </a:r>
          <a:r>
            <a:rPr lang="en-US" b="1" dirty="0"/>
            <a:t> um dado </a:t>
          </a:r>
          <a:r>
            <a:rPr lang="en-US" b="1" dirty="0" err="1"/>
            <a:t>está</a:t>
          </a:r>
          <a:r>
            <a:rPr lang="en-US" b="1" dirty="0"/>
            <a:t> </a:t>
          </a:r>
          <a:r>
            <a:rPr lang="en-US" b="1" dirty="0" err="1"/>
            <a:t>sendo</a:t>
          </a:r>
          <a:r>
            <a:rPr lang="en-US" b="1" dirty="0"/>
            <a:t> </a:t>
          </a:r>
          <a:r>
            <a:rPr lang="en-US" b="1" dirty="0" err="1"/>
            <a:t>buscado</a:t>
          </a:r>
          <a:r>
            <a:rPr lang="en-US" b="1" dirty="0"/>
            <a:t> do </a:t>
          </a:r>
          <a:r>
            <a:rPr lang="en-US" b="1" dirty="0" err="1"/>
            <a:t>servidor</a:t>
          </a:r>
          <a:r>
            <a:rPr lang="en-US" b="1" dirty="0"/>
            <a:t>, o </a:t>
          </a:r>
          <a:r>
            <a:rPr lang="en-US" b="1" dirty="0" err="1"/>
            <a:t>usuário</a:t>
          </a:r>
          <a:r>
            <a:rPr lang="en-US" b="1" dirty="0"/>
            <a:t> </a:t>
          </a:r>
          <a:r>
            <a:rPr lang="en-US" b="1" dirty="0" err="1"/>
            <a:t>pode</a:t>
          </a:r>
          <a:r>
            <a:rPr lang="en-US" b="1" dirty="0"/>
            <a:t> </a:t>
          </a:r>
          <a:r>
            <a:rPr lang="en-US" b="1" dirty="0" err="1"/>
            <a:t>continuar</a:t>
          </a:r>
          <a:r>
            <a:rPr lang="en-US" b="1" dirty="0"/>
            <a:t> </a:t>
          </a:r>
          <a:r>
            <a:rPr lang="en-US" b="1" dirty="0" err="1"/>
            <a:t>usando</a:t>
          </a:r>
          <a:r>
            <a:rPr lang="en-US" b="1" dirty="0"/>
            <a:t> a </a:t>
          </a:r>
          <a:r>
            <a:rPr lang="en-US" b="1" dirty="0" err="1"/>
            <a:t>página</a:t>
          </a:r>
          <a:r>
            <a:rPr lang="en-US" b="1" dirty="0"/>
            <a:t> </a:t>
          </a:r>
          <a:r>
            <a:rPr lang="en-US" b="1" dirty="0" err="1"/>
            <a:t>normalmente</a:t>
          </a:r>
          <a:r>
            <a:rPr lang="en-US" b="1" dirty="0"/>
            <a:t>.</a:t>
          </a:r>
          <a:endParaRPr lang="en-US" dirty="0"/>
        </a:p>
      </dgm:t>
    </dgm:pt>
    <dgm:pt modelId="{245ABDBD-5E4A-495A-BC63-B6C4E5AB3E77}" type="parTrans" cxnId="{B7DF3D59-6C87-484E-848F-E07DC3660DAF}">
      <dgm:prSet/>
      <dgm:spPr/>
      <dgm:t>
        <a:bodyPr/>
        <a:lstStyle/>
        <a:p>
          <a:endParaRPr lang="en-US"/>
        </a:p>
      </dgm:t>
    </dgm:pt>
    <dgm:pt modelId="{3F884785-5491-4367-B4E4-322FAD8F16AF}" type="sibTrans" cxnId="{B7DF3D59-6C87-484E-848F-E07DC3660DAF}">
      <dgm:prSet/>
      <dgm:spPr/>
      <dgm:t>
        <a:bodyPr/>
        <a:lstStyle/>
        <a:p>
          <a:endParaRPr lang="en-US"/>
        </a:p>
      </dgm:t>
    </dgm:pt>
    <dgm:pt modelId="{EBA0370E-0776-4451-802A-5CE16DCE0159}">
      <dgm:prSet/>
      <dgm:spPr/>
      <dgm:t>
        <a:bodyPr/>
        <a:lstStyle/>
        <a:p>
          <a:r>
            <a:rPr lang="en-US" b="1"/>
            <a:t>🖥️ Servidor</a:t>
          </a:r>
          <a:endParaRPr lang="en-US"/>
        </a:p>
      </dgm:t>
    </dgm:pt>
    <dgm:pt modelId="{83A36C55-19DA-4494-BCFC-8B979D5CB3B5}" type="parTrans" cxnId="{93401509-5A00-460E-B689-B2BFA0BA9557}">
      <dgm:prSet/>
      <dgm:spPr/>
      <dgm:t>
        <a:bodyPr/>
        <a:lstStyle/>
        <a:p>
          <a:endParaRPr lang="en-US"/>
        </a:p>
      </dgm:t>
    </dgm:pt>
    <dgm:pt modelId="{3B70D1B9-24EE-49C2-8C98-A4E7A92B9E96}" type="sibTrans" cxnId="{93401509-5A00-460E-B689-B2BFA0BA9557}">
      <dgm:prSet/>
      <dgm:spPr/>
      <dgm:t>
        <a:bodyPr/>
        <a:lstStyle/>
        <a:p>
          <a:endParaRPr lang="en-US"/>
        </a:p>
      </dgm:t>
    </dgm:pt>
    <dgm:pt modelId="{431E3527-69E5-49F4-8F7D-0CC0C32B5D30}">
      <dgm:prSet/>
      <dgm:spPr/>
      <dgm:t>
        <a:bodyPr/>
        <a:lstStyle/>
        <a:p>
          <a:r>
            <a:rPr lang="en-US" b="1" dirty="0"/>
            <a:t>É o </a:t>
          </a:r>
          <a:r>
            <a:rPr lang="en-US" b="1" dirty="0" err="1"/>
            <a:t>computador</a:t>
          </a:r>
          <a:r>
            <a:rPr lang="en-US" b="1" dirty="0"/>
            <a:t> (</a:t>
          </a:r>
          <a:r>
            <a:rPr lang="en-US" b="1" dirty="0" err="1"/>
            <a:t>ou</a:t>
          </a:r>
          <a:r>
            <a:rPr lang="en-US" b="1" dirty="0"/>
            <a:t> </a:t>
          </a:r>
          <a:r>
            <a:rPr lang="en-US" b="1" dirty="0" err="1"/>
            <a:t>sistema</a:t>
          </a:r>
          <a:r>
            <a:rPr lang="en-US" b="1" dirty="0"/>
            <a:t>) que </a:t>
          </a:r>
          <a:r>
            <a:rPr lang="en-US" b="1" dirty="0" err="1"/>
            <a:t>guarda</a:t>
          </a:r>
          <a:r>
            <a:rPr lang="en-US" b="1" dirty="0"/>
            <a:t> </a:t>
          </a:r>
          <a:r>
            <a:rPr lang="en-US" b="1" dirty="0" err="1"/>
            <a:t>os</a:t>
          </a:r>
          <a:r>
            <a:rPr lang="en-US" b="1" dirty="0"/>
            <a:t> sites e </a:t>
          </a:r>
          <a:r>
            <a:rPr lang="en-US" b="1" dirty="0" err="1"/>
            <a:t>envia</a:t>
          </a:r>
          <a:r>
            <a:rPr lang="en-US" b="1" dirty="0"/>
            <a:t> </a:t>
          </a:r>
          <a:r>
            <a:rPr lang="en-US" b="1" dirty="0" err="1"/>
            <a:t>os</a:t>
          </a:r>
          <a:r>
            <a:rPr lang="en-US" b="1" dirty="0"/>
            <a:t> dados </a:t>
          </a:r>
          <a:r>
            <a:rPr lang="en-US" b="1" dirty="0" err="1"/>
            <a:t>quando</a:t>
          </a:r>
          <a:r>
            <a:rPr lang="en-US" b="1" dirty="0"/>
            <a:t> o </a:t>
          </a:r>
          <a:r>
            <a:rPr lang="en-US" b="1" dirty="0" err="1"/>
            <a:t>navegador</a:t>
          </a:r>
          <a:r>
            <a:rPr lang="en-US" b="1" dirty="0"/>
            <a:t> </a:t>
          </a:r>
          <a:r>
            <a:rPr lang="en-US" b="1" dirty="0" err="1"/>
            <a:t>faz</a:t>
          </a:r>
          <a:r>
            <a:rPr lang="en-US" b="1" dirty="0"/>
            <a:t> </a:t>
          </a:r>
          <a:r>
            <a:rPr lang="en-US" b="1" dirty="0" err="1"/>
            <a:t>uma</a:t>
          </a:r>
          <a:r>
            <a:rPr lang="en-US" b="1" dirty="0"/>
            <a:t> </a:t>
          </a:r>
          <a:r>
            <a:rPr lang="en-US" b="1" dirty="0" err="1"/>
            <a:t>requisição</a:t>
          </a:r>
          <a:r>
            <a:rPr lang="en-US" b="1" dirty="0"/>
            <a:t>. Ele </a:t>
          </a:r>
          <a:r>
            <a:rPr lang="en-US" b="1" dirty="0" err="1"/>
            <a:t>responde</a:t>
          </a:r>
          <a:r>
            <a:rPr lang="en-US" b="1" dirty="0"/>
            <a:t> com </a:t>
          </a:r>
          <a:r>
            <a:rPr lang="en-US" b="1" dirty="0" err="1"/>
            <a:t>arquivos</a:t>
          </a:r>
          <a:r>
            <a:rPr lang="en-US" b="1" dirty="0"/>
            <a:t>, </a:t>
          </a:r>
          <a:r>
            <a:rPr lang="en-US" b="1" dirty="0" err="1"/>
            <a:t>textos</a:t>
          </a:r>
          <a:r>
            <a:rPr lang="en-US" b="1" dirty="0"/>
            <a:t>, imagens </a:t>
          </a:r>
          <a:r>
            <a:rPr lang="en-US" b="1" dirty="0" err="1"/>
            <a:t>ou</a:t>
          </a:r>
          <a:r>
            <a:rPr lang="en-US" b="1" dirty="0"/>
            <a:t> o que for </a:t>
          </a:r>
          <a:r>
            <a:rPr lang="en-US" b="1" dirty="0" err="1"/>
            <a:t>solicitado</a:t>
          </a:r>
          <a:r>
            <a:rPr lang="en-US" b="1" dirty="0"/>
            <a:t>.</a:t>
          </a:r>
          <a:endParaRPr lang="en-US" dirty="0"/>
        </a:p>
      </dgm:t>
    </dgm:pt>
    <dgm:pt modelId="{8ED89392-17BF-4EB8-BE3F-832DBBB6CE16}" type="parTrans" cxnId="{E270BFB7-DCFB-4BE6-AD13-235DE3AA1AEA}">
      <dgm:prSet/>
      <dgm:spPr/>
      <dgm:t>
        <a:bodyPr/>
        <a:lstStyle/>
        <a:p>
          <a:endParaRPr lang="en-US"/>
        </a:p>
      </dgm:t>
    </dgm:pt>
    <dgm:pt modelId="{FDF39925-1C32-4644-813F-1949909328CD}" type="sibTrans" cxnId="{E270BFB7-DCFB-4BE6-AD13-235DE3AA1AEA}">
      <dgm:prSet/>
      <dgm:spPr/>
      <dgm:t>
        <a:bodyPr/>
        <a:lstStyle/>
        <a:p>
          <a:endParaRPr lang="en-US"/>
        </a:p>
      </dgm:t>
    </dgm:pt>
    <dgm:pt modelId="{11171729-7A5B-43B0-B211-C4858B26B06B}">
      <dgm:prSet/>
      <dgm:spPr/>
      <dgm:t>
        <a:bodyPr/>
        <a:lstStyle/>
        <a:p>
          <a:r>
            <a:rPr lang="en-US" b="1"/>
            <a:t>🤝 Promises</a:t>
          </a:r>
          <a:endParaRPr lang="en-US"/>
        </a:p>
      </dgm:t>
    </dgm:pt>
    <dgm:pt modelId="{34B41FCC-FB08-4A37-AD4E-2BA15D9A657D}" type="parTrans" cxnId="{A428E4F6-46C9-4244-9C7F-65AD2F02EA94}">
      <dgm:prSet/>
      <dgm:spPr/>
      <dgm:t>
        <a:bodyPr/>
        <a:lstStyle/>
        <a:p>
          <a:endParaRPr lang="en-US"/>
        </a:p>
      </dgm:t>
    </dgm:pt>
    <dgm:pt modelId="{1AECF821-B8D9-4CE7-ADAA-2BF3D8A91281}" type="sibTrans" cxnId="{A428E4F6-46C9-4244-9C7F-65AD2F02EA94}">
      <dgm:prSet/>
      <dgm:spPr/>
      <dgm:t>
        <a:bodyPr/>
        <a:lstStyle/>
        <a:p>
          <a:endParaRPr lang="en-US"/>
        </a:p>
      </dgm:t>
    </dgm:pt>
    <dgm:pt modelId="{B47F9D2E-37A9-4C28-81C4-2B1A701369D1}">
      <dgm:prSet/>
      <dgm:spPr/>
      <dgm:t>
        <a:bodyPr/>
        <a:lstStyle/>
        <a:p>
          <a:r>
            <a:rPr lang="en-US" b="1" dirty="0"/>
            <a:t>São </a:t>
          </a:r>
          <a:r>
            <a:rPr lang="en-US" b="1" dirty="0" err="1"/>
            <a:t>objetos</a:t>
          </a:r>
          <a:r>
            <a:rPr lang="en-US" b="1" dirty="0"/>
            <a:t> do JavaScript que </a:t>
          </a:r>
          <a:r>
            <a:rPr lang="en-US" b="1" dirty="0" err="1"/>
            <a:t>representam</a:t>
          </a:r>
          <a:r>
            <a:rPr lang="en-US" b="1" dirty="0"/>
            <a:t> </a:t>
          </a:r>
          <a:r>
            <a:rPr lang="en-US" b="1" dirty="0" err="1"/>
            <a:t>uma</a:t>
          </a:r>
          <a:r>
            <a:rPr lang="en-US" b="1" dirty="0"/>
            <a:t> </a:t>
          </a:r>
          <a:r>
            <a:rPr lang="en-US" b="1" dirty="0" err="1"/>
            <a:t>promessa</a:t>
          </a:r>
          <a:r>
            <a:rPr lang="en-US" b="1" dirty="0"/>
            <a:t> de que algo </a:t>
          </a:r>
          <a:r>
            <a:rPr lang="en-US" b="1" dirty="0" err="1"/>
            <a:t>será</a:t>
          </a:r>
          <a:r>
            <a:rPr lang="en-US" b="1" dirty="0"/>
            <a:t> </a:t>
          </a:r>
          <a:r>
            <a:rPr lang="en-US" b="1" dirty="0" err="1"/>
            <a:t>feito</a:t>
          </a:r>
          <a:r>
            <a:rPr lang="en-US" b="1" dirty="0"/>
            <a:t> no </a:t>
          </a:r>
          <a:r>
            <a:rPr lang="en-US" b="1" dirty="0" err="1"/>
            <a:t>futuro</a:t>
          </a:r>
          <a:r>
            <a:rPr lang="en-US" b="1" dirty="0"/>
            <a:t>. Elas </a:t>
          </a:r>
          <a:r>
            <a:rPr lang="en-US" b="1" dirty="0" err="1"/>
            <a:t>ajudam</a:t>
          </a:r>
          <a:r>
            <a:rPr lang="en-US" b="1" dirty="0"/>
            <a:t> a lidar com </a:t>
          </a:r>
          <a:r>
            <a:rPr lang="en-US" b="1" dirty="0" err="1"/>
            <a:t>ações</a:t>
          </a:r>
          <a:r>
            <a:rPr lang="en-US" b="1" dirty="0"/>
            <a:t> </a:t>
          </a:r>
          <a:r>
            <a:rPr lang="en-US" b="1" dirty="0" err="1"/>
            <a:t>assíncronas</a:t>
          </a:r>
          <a:r>
            <a:rPr lang="en-US" b="1" dirty="0"/>
            <a:t>, </a:t>
          </a:r>
          <a:r>
            <a:rPr lang="en-US" b="1" dirty="0" err="1"/>
            <a:t>como</a:t>
          </a:r>
          <a:r>
            <a:rPr lang="en-US" b="1" dirty="0"/>
            <a:t> </a:t>
          </a:r>
          <a:r>
            <a:rPr lang="en-US" b="1" dirty="0" err="1"/>
            <a:t>esperar</a:t>
          </a:r>
          <a:r>
            <a:rPr lang="en-US" b="1" dirty="0"/>
            <a:t> </a:t>
          </a:r>
          <a:r>
            <a:rPr lang="en-US" b="1" dirty="0" err="1"/>
            <a:t>uma</a:t>
          </a:r>
          <a:r>
            <a:rPr lang="en-US" b="1" dirty="0"/>
            <a:t> </a:t>
          </a:r>
          <a:r>
            <a:rPr lang="en-US" b="1" dirty="0" err="1"/>
            <a:t>resposta</a:t>
          </a:r>
          <a:r>
            <a:rPr lang="en-US" b="1" dirty="0"/>
            <a:t> do </a:t>
          </a:r>
          <a:r>
            <a:rPr lang="en-US" b="1" dirty="0" err="1"/>
            <a:t>servidor</a:t>
          </a:r>
          <a:r>
            <a:rPr lang="en-US" b="1" dirty="0"/>
            <a:t>. </a:t>
          </a:r>
          <a:r>
            <a:rPr lang="en-US" b="1" dirty="0" err="1"/>
            <a:t>Podem</a:t>
          </a:r>
          <a:r>
            <a:rPr lang="en-US" b="1" dirty="0"/>
            <a:t> </a:t>
          </a:r>
          <a:r>
            <a:rPr lang="en-US" b="1" dirty="0" err="1"/>
            <a:t>estar</a:t>
          </a:r>
          <a:r>
            <a:rPr lang="en-US" b="1" dirty="0"/>
            <a:t>:</a:t>
          </a:r>
          <a:endParaRPr lang="en-US" dirty="0"/>
        </a:p>
      </dgm:t>
    </dgm:pt>
    <dgm:pt modelId="{7C39B973-2529-4BE2-BB37-97576CD3D6DA}" type="parTrans" cxnId="{FC45F1D5-497C-4E62-8892-A2319D7C5D28}">
      <dgm:prSet/>
      <dgm:spPr/>
      <dgm:t>
        <a:bodyPr/>
        <a:lstStyle/>
        <a:p>
          <a:endParaRPr lang="en-US"/>
        </a:p>
      </dgm:t>
    </dgm:pt>
    <dgm:pt modelId="{D4C8E33B-DC69-4CD7-81E4-6CDCDEEEE465}" type="sibTrans" cxnId="{FC45F1D5-497C-4E62-8892-A2319D7C5D28}">
      <dgm:prSet/>
      <dgm:spPr/>
      <dgm:t>
        <a:bodyPr/>
        <a:lstStyle/>
        <a:p>
          <a:endParaRPr lang="en-US"/>
        </a:p>
      </dgm:t>
    </dgm:pt>
    <dgm:pt modelId="{AFE63A45-C327-460E-8104-815CDE9D3782}">
      <dgm:prSet/>
      <dgm:spPr/>
      <dgm:t>
        <a:bodyPr/>
        <a:lstStyle/>
        <a:p>
          <a:r>
            <a:rPr lang="en-US" b="1" dirty="0"/>
            <a:t>Pendente (</a:t>
          </a:r>
          <a:r>
            <a:rPr lang="en-US" b="1" dirty="0" err="1"/>
            <a:t>ainda</a:t>
          </a:r>
          <a:r>
            <a:rPr lang="en-US" b="1" dirty="0"/>
            <a:t> </a:t>
          </a:r>
          <a:r>
            <a:rPr lang="en-US" b="1" dirty="0" err="1"/>
            <a:t>esperando</a:t>
          </a:r>
          <a:r>
            <a:rPr lang="en-US" b="1" dirty="0"/>
            <a:t>),</a:t>
          </a:r>
          <a:endParaRPr lang="en-US" dirty="0"/>
        </a:p>
      </dgm:t>
    </dgm:pt>
    <dgm:pt modelId="{09C697CF-2ADF-43AB-A02E-C65D25147DE9}" type="parTrans" cxnId="{5DB01BFC-D71C-496B-974D-770011777D9A}">
      <dgm:prSet/>
      <dgm:spPr/>
      <dgm:t>
        <a:bodyPr/>
        <a:lstStyle/>
        <a:p>
          <a:endParaRPr lang="en-US"/>
        </a:p>
      </dgm:t>
    </dgm:pt>
    <dgm:pt modelId="{A289FDC4-4690-4BB3-B7FD-3C72718808CB}" type="sibTrans" cxnId="{5DB01BFC-D71C-496B-974D-770011777D9A}">
      <dgm:prSet/>
      <dgm:spPr/>
      <dgm:t>
        <a:bodyPr/>
        <a:lstStyle/>
        <a:p>
          <a:endParaRPr lang="en-US"/>
        </a:p>
      </dgm:t>
    </dgm:pt>
    <dgm:pt modelId="{D91C8254-BCBA-4560-A9E0-39AA6DD4380E}">
      <dgm:prSet/>
      <dgm:spPr/>
      <dgm:t>
        <a:bodyPr/>
        <a:lstStyle/>
        <a:p>
          <a:r>
            <a:rPr lang="en-US" b="1"/>
            <a:t>Resolvida (deu certo),</a:t>
          </a:r>
          <a:endParaRPr lang="en-US"/>
        </a:p>
      </dgm:t>
    </dgm:pt>
    <dgm:pt modelId="{D0E790A7-D854-4CEA-A54A-6D96662AFA78}" type="parTrans" cxnId="{EE56A657-473C-471A-B664-BCC235BD08C0}">
      <dgm:prSet/>
      <dgm:spPr/>
      <dgm:t>
        <a:bodyPr/>
        <a:lstStyle/>
        <a:p>
          <a:endParaRPr lang="en-US"/>
        </a:p>
      </dgm:t>
    </dgm:pt>
    <dgm:pt modelId="{735E80E4-D0F6-4662-9F2D-3F334E1CAF46}" type="sibTrans" cxnId="{EE56A657-473C-471A-B664-BCC235BD08C0}">
      <dgm:prSet/>
      <dgm:spPr/>
      <dgm:t>
        <a:bodyPr/>
        <a:lstStyle/>
        <a:p>
          <a:endParaRPr lang="en-US"/>
        </a:p>
      </dgm:t>
    </dgm:pt>
    <dgm:pt modelId="{1B082A00-FA9F-4A72-B583-7C8E5573023D}">
      <dgm:prSet/>
      <dgm:spPr/>
      <dgm:t>
        <a:bodyPr/>
        <a:lstStyle/>
        <a:p>
          <a:r>
            <a:rPr lang="en-US" b="1"/>
            <a:t>Rejeitada (deu erro).</a:t>
          </a:r>
          <a:endParaRPr lang="en-US"/>
        </a:p>
      </dgm:t>
    </dgm:pt>
    <dgm:pt modelId="{76006CFB-B22D-439E-A818-15E19E056ED4}" type="parTrans" cxnId="{18101C0A-F78A-42CD-A80C-B633451EB481}">
      <dgm:prSet/>
      <dgm:spPr/>
      <dgm:t>
        <a:bodyPr/>
        <a:lstStyle/>
        <a:p>
          <a:endParaRPr lang="en-US"/>
        </a:p>
      </dgm:t>
    </dgm:pt>
    <dgm:pt modelId="{54FC3BDE-1434-4159-A574-11EC7D02EE7E}" type="sibTrans" cxnId="{18101C0A-F78A-42CD-A80C-B633451EB481}">
      <dgm:prSet/>
      <dgm:spPr/>
      <dgm:t>
        <a:bodyPr/>
        <a:lstStyle/>
        <a:p>
          <a:endParaRPr lang="en-US"/>
        </a:p>
      </dgm:t>
    </dgm:pt>
    <dgm:pt modelId="{1D84E6B7-CDF1-4B37-886E-E085B3024CE1}" type="pres">
      <dgm:prSet presAssocID="{624FB035-8830-49C3-9A5F-D59D7F91A579}" presName="Name0" presStyleCnt="0">
        <dgm:presLayoutVars>
          <dgm:dir/>
          <dgm:resizeHandles val="exact"/>
        </dgm:presLayoutVars>
      </dgm:prSet>
      <dgm:spPr/>
    </dgm:pt>
    <dgm:pt modelId="{60808751-8D12-404F-AEC8-F13B50F09439}" type="pres">
      <dgm:prSet presAssocID="{C271C5F4-5679-4180-B180-892843E0289E}" presName="node" presStyleLbl="node1" presStyleIdx="0" presStyleCnt="8">
        <dgm:presLayoutVars>
          <dgm:bulletEnabled val="1"/>
        </dgm:presLayoutVars>
      </dgm:prSet>
      <dgm:spPr/>
    </dgm:pt>
    <dgm:pt modelId="{CFBEE6C8-C5AB-44FC-8E6D-D1BA75629181}" type="pres">
      <dgm:prSet presAssocID="{AA37AD5E-9405-4FB7-A13C-0EF28D7FC0FF}" presName="sibTrans" presStyleLbl="sibTrans1D1" presStyleIdx="0" presStyleCnt="7"/>
      <dgm:spPr/>
    </dgm:pt>
    <dgm:pt modelId="{9A6A99EB-1AB6-404F-980E-179F93C65FF3}" type="pres">
      <dgm:prSet presAssocID="{AA37AD5E-9405-4FB7-A13C-0EF28D7FC0FF}" presName="connectorText" presStyleLbl="sibTrans1D1" presStyleIdx="0" presStyleCnt="7"/>
      <dgm:spPr/>
    </dgm:pt>
    <dgm:pt modelId="{5EF73E60-69F1-4C66-A474-548BD4E99227}" type="pres">
      <dgm:prSet presAssocID="{F74CA3EC-61E8-46C9-9439-40CF33CC6B6A}" presName="node" presStyleLbl="node1" presStyleIdx="1" presStyleCnt="8" custScaleX="160381" custScaleY="151195">
        <dgm:presLayoutVars>
          <dgm:bulletEnabled val="1"/>
        </dgm:presLayoutVars>
      </dgm:prSet>
      <dgm:spPr/>
    </dgm:pt>
    <dgm:pt modelId="{634D9C7B-6CC6-483B-93C4-ACC918D0E9F7}" type="pres">
      <dgm:prSet presAssocID="{C8870A2F-23E3-4C66-BA47-6B38897B13FE}" presName="sibTrans" presStyleLbl="sibTrans1D1" presStyleIdx="1" presStyleCnt="7"/>
      <dgm:spPr/>
    </dgm:pt>
    <dgm:pt modelId="{CC859EEC-B3A2-4A89-AA94-F828B18A9D7F}" type="pres">
      <dgm:prSet presAssocID="{C8870A2F-23E3-4C66-BA47-6B38897B13FE}" presName="connectorText" presStyleLbl="sibTrans1D1" presStyleIdx="1" presStyleCnt="7"/>
      <dgm:spPr/>
    </dgm:pt>
    <dgm:pt modelId="{43DE0A95-97D6-40EF-8C04-9BF1E2EA1E24}" type="pres">
      <dgm:prSet presAssocID="{F740985C-7F7F-4306-AA6A-2AFA12C6E9E1}" presName="node" presStyleLbl="node1" presStyleIdx="2" presStyleCnt="8">
        <dgm:presLayoutVars>
          <dgm:bulletEnabled val="1"/>
        </dgm:presLayoutVars>
      </dgm:prSet>
      <dgm:spPr/>
    </dgm:pt>
    <dgm:pt modelId="{85D76F14-805D-4565-B914-CA77B915E70E}" type="pres">
      <dgm:prSet presAssocID="{7AD2F9E7-3D3D-48EE-B709-ABAA783007A4}" presName="sibTrans" presStyleLbl="sibTrans1D1" presStyleIdx="2" presStyleCnt="7"/>
      <dgm:spPr/>
    </dgm:pt>
    <dgm:pt modelId="{554FBE14-7E02-46A1-B08A-BB31E9ED6F48}" type="pres">
      <dgm:prSet presAssocID="{7AD2F9E7-3D3D-48EE-B709-ABAA783007A4}" presName="connectorText" presStyleLbl="sibTrans1D1" presStyleIdx="2" presStyleCnt="7"/>
      <dgm:spPr/>
    </dgm:pt>
    <dgm:pt modelId="{67AC0D68-2E2A-4BAD-A80D-AD3017184865}" type="pres">
      <dgm:prSet presAssocID="{D62FF890-8EE9-4534-ADBC-E4B5D85759B5}" presName="node" presStyleLbl="node1" presStyleIdx="3" presStyleCnt="8" custScaleX="165047" custScaleY="120569">
        <dgm:presLayoutVars>
          <dgm:bulletEnabled val="1"/>
        </dgm:presLayoutVars>
      </dgm:prSet>
      <dgm:spPr/>
    </dgm:pt>
    <dgm:pt modelId="{FAD67A54-8E48-49AD-B5D9-D5AEB7A9EEC4}" type="pres">
      <dgm:prSet presAssocID="{3F884785-5491-4367-B4E4-322FAD8F16AF}" presName="sibTrans" presStyleLbl="sibTrans1D1" presStyleIdx="3" presStyleCnt="7"/>
      <dgm:spPr/>
    </dgm:pt>
    <dgm:pt modelId="{917805EF-ADAC-473B-8DB2-0EB004CE286B}" type="pres">
      <dgm:prSet presAssocID="{3F884785-5491-4367-B4E4-322FAD8F16AF}" presName="connectorText" presStyleLbl="sibTrans1D1" presStyleIdx="3" presStyleCnt="7"/>
      <dgm:spPr/>
    </dgm:pt>
    <dgm:pt modelId="{2A4BE469-6537-40F5-B800-C6B5101EC51A}" type="pres">
      <dgm:prSet presAssocID="{EBA0370E-0776-4451-802A-5CE16DCE0159}" presName="node" presStyleLbl="node1" presStyleIdx="4" presStyleCnt="8">
        <dgm:presLayoutVars>
          <dgm:bulletEnabled val="1"/>
        </dgm:presLayoutVars>
      </dgm:prSet>
      <dgm:spPr/>
    </dgm:pt>
    <dgm:pt modelId="{AEDF4823-5C45-44F6-B2E9-A22453F5C77C}" type="pres">
      <dgm:prSet presAssocID="{3B70D1B9-24EE-49C2-8C98-A4E7A92B9E96}" presName="sibTrans" presStyleLbl="sibTrans1D1" presStyleIdx="4" presStyleCnt="7"/>
      <dgm:spPr/>
    </dgm:pt>
    <dgm:pt modelId="{C7DCBCE3-DB91-4D30-BC12-07209695A5A2}" type="pres">
      <dgm:prSet presAssocID="{3B70D1B9-24EE-49C2-8C98-A4E7A92B9E96}" presName="connectorText" presStyleLbl="sibTrans1D1" presStyleIdx="4" presStyleCnt="7"/>
      <dgm:spPr/>
    </dgm:pt>
    <dgm:pt modelId="{F4000AA0-018F-4772-A608-183BDB9EA8D8}" type="pres">
      <dgm:prSet presAssocID="{431E3527-69E5-49F4-8F7D-0CC0C32B5D30}" presName="node" presStyleLbl="node1" presStyleIdx="5" presStyleCnt="8" custScaleX="166252">
        <dgm:presLayoutVars>
          <dgm:bulletEnabled val="1"/>
        </dgm:presLayoutVars>
      </dgm:prSet>
      <dgm:spPr/>
    </dgm:pt>
    <dgm:pt modelId="{BAB3A49D-D8E9-4DA0-813E-26C82B1D494D}" type="pres">
      <dgm:prSet presAssocID="{FDF39925-1C32-4644-813F-1949909328CD}" presName="sibTrans" presStyleLbl="sibTrans1D1" presStyleIdx="5" presStyleCnt="7"/>
      <dgm:spPr/>
    </dgm:pt>
    <dgm:pt modelId="{C5D1D977-E7EF-4C0A-A5DF-0CFF23E149D4}" type="pres">
      <dgm:prSet presAssocID="{FDF39925-1C32-4644-813F-1949909328CD}" presName="connectorText" presStyleLbl="sibTrans1D1" presStyleIdx="5" presStyleCnt="7"/>
      <dgm:spPr/>
    </dgm:pt>
    <dgm:pt modelId="{146C6389-29F7-44BB-ACC2-37D029926A26}" type="pres">
      <dgm:prSet presAssocID="{11171729-7A5B-43B0-B211-C4858B26B06B}" presName="node" presStyleLbl="node1" presStyleIdx="6" presStyleCnt="8">
        <dgm:presLayoutVars>
          <dgm:bulletEnabled val="1"/>
        </dgm:presLayoutVars>
      </dgm:prSet>
      <dgm:spPr/>
    </dgm:pt>
    <dgm:pt modelId="{9C12D13C-77A6-4E56-B22D-52C2182D9268}" type="pres">
      <dgm:prSet presAssocID="{1AECF821-B8D9-4CE7-ADAA-2BF3D8A91281}" presName="sibTrans" presStyleLbl="sibTrans1D1" presStyleIdx="6" presStyleCnt="7"/>
      <dgm:spPr/>
    </dgm:pt>
    <dgm:pt modelId="{4674B84D-174A-44E9-9202-3F635443C89D}" type="pres">
      <dgm:prSet presAssocID="{1AECF821-B8D9-4CE7-ADAA-2BF3D8A91281}" presName="connectorText" presStyleLbl="sibTrans1D1" presStyleIdx="6" presStyleCnt="7"/>
      <dgm:spPr/>
    </dgm:pt>
    <dgm:pt modelId="{114D5837-9BFB-4926-8791-E25E0228E35B}" type="pres">
      <dgm:prSet presAssocID="{B47F9D2E-37A9-4C28-81C4-2B1A701369D1}" presName="node" presStyleLbl="node1" presStyleIdx="7" presStyleCnt="8" custScaleX="168047" custScaleY="145837">
        <dgm:presLayoutVars>
          <dgm:bulletEnabled val="1"/>
        </dgm:presLayoutVars>
      </dgm:prSet>
      <dgm:spPr/>
    </dgm:pt>
  </dgm:ptLst>
  <dgm:cxnLst>
    <dgm:cxn modelId="{93401509-5A00-460E-B689-B2BFA0BA9557}" srcId="{624FB035-8830-49C3-9A5F-D59D7F91A579}" destId="{EBA0370E-0776-4451-802A-5CE16DCE0159}" srcOrd="4" destOrd="0" parTransId="{83A36C55-19DA-4494-BCFC-8B979D5CB3B5}" sibTransId="{3B70D1B9-24EE-49C2-8C98-A4E7A92B9E96}"/>
    <dgm:cxn modelId="{18101C0A-F78A-42CD-A80C-B633451EB481}" srcId="{B47F9D2E-37A9-4C28-81C4-2B1A701369D1}" destId="{1B082A00-FA9F-4A72-B583-7C8E5573023D}" srcOrd="2" destOrd="0" parTransId="{76006CFB-B22D-439E-A818-15E19E056ED4}" sibTransId="{54FC3BDE-1434-4159-A574-11EC7D02EE7E}"/>
    <dgm:cxn modelId="{D386EB0D-47F6-4BF4-B8F6-55D9C6F8823B}" type="presOf" srcId="{3F884785-5491-4367-B4E4-322FAD8F16AF}" destId="{917805EF-ADAC-473B-8DB2-0EB004CE286B}" srcOrd="1" destOrd="0" presId="urn:microsoft.com/office/officeart/2016/7/layout/RepeatingBendingProcessNew"/>
    <dgm:cxn modelId="{58BD061D-D57B-4BE9-9B0B-D2CD0A3052B6}" type="presOf" srcId="{AFE63A45-C327-460E-8104-815CDE9D3782}" destId="{114D5837-9BFB-4926-8791-E25E0228E35B}" srcOrd="0" destOrd="1" presId="urn:microsoft.com/office/officeart/2016/7/layout/RepeatingBendingProcessNew"/>
    <dgm:cxn modelId="{CF390F20-8C44-4A28-BC36-FF0A2AACDA09}" type="presOf" srcId="{624FB035-8830-49C3-9A5F-D59D7F91A579}" destId="{1D84E6B7-CDF1-4B37-886E-E085B3024CE1}" srcOrd="0" destOrd="0" presId="urn:microsoft.com/office/officeart/2016/7/layout/RepeatingBendingProcessNew"/>
    <dgm:cxn modelId="{94820529-195B-463A-819A-88A54F0F3351}" srcId="{624FB035-8830-49C3-9A5F-D59D7F91A579}" destId="{F74CA3EC-61E8-46C9-9439-40CF33CC6B6A}" srcOrd="1" destOrd="0" parTransId="{F5449104-3D8C-4506-8E92-D5C57F7DFB63}" sibTransId="{C8870A2F-23E3-4C66-BA47-6B38897B13FE}"/>
    <dgm:cxn modelId="{F56AE42B-951E-4CEE-831B-40F82298F21D}" type="presOf" srcId="{1AECF821-B8D9-4CE7-ADAA-2BF3D8A91281}" destId="{9C12D13C-77A6-4E56-B22D-52C2182D9268}" srcOrd="0" destOrd="0" presId="urn:microsoft.com/office/officeart/2016/7/layout/RepeatingBendingProcessNew"/>
    <dgm:cxn modelId="{F8EF323C-6815-4C80-BFBB-DBAAE8B5BA60}" type="presOf" srcId="{F74CA3EC-61E8-46C9-9439-40CF33CC6B6A}" destId="{5EF73E60-69F1-4C66-A474-548BD4E99227}" srcOrd="0" destOrd="0" presId="urn:microsoft.com/office/officeart/2016/7/layout/RepeatingBendingProcessNew"/>
    <dgm:cxn modelId="{C4251441-D81E-466F-883F-B3135B5439DC}" type="presOf" srcId="{3F884785-5491-4367-B4E4-322FAD8F16AF}" destId="{FAD67A54-8E48-49AD-B5D9-D5AEB7A9EEC4}" srcOrd="0" destOrd="0" presId="urn:microsoft.com/office/officeart/2016/7/layout/RepeatingBendingProcessNew"/>
    <dgm:cxn modelId="{F4E49A43-6A2B-44AD-A927-52972483B3F3}" type="presOf" srcId="{EBA0370E-0776-4451-802A-5CE16DCE0159}" destId="{2A4BE469-6537-40F5-B800-C6B5101EC51A}" srcOrd="0" destOrd="0" presId="urn:microsoft.com/office/officeart/2016/7/layout/RepeatingBendingProcessNew"/>
    <dgm:cxn modelId="{8654866B-592B-409D-805B-18DB612B0B55}" type="presOf" srcId="{FDF39925-1C32-4644-813F-1949909328CD}" destId="{C5D1D977-E7EF-4C0A-A5DF-0CFF23E149D4}" srcOrd="1" destOrd="0" presId="urn:microsoft.com/office/officeart/2016/7/layout/RepeatingBendingProcessNew"/>
    <dgm:cxn modelId="{7BE9A26B-4743-4E35-BAB5-9E885FE2934E}" srcId="{624FB035-8830-49C3-9A5F-D59D7F91A579}" destId="{F740985C-7F7F-4306-AA6A-2AFA12C6E9E1}" srcOrd="2" destOrd="0" parTransId="{7C5A7547-C1C0-4ABF-954D-8E4A59107BEB}" sibTransId="{7AD2F9E7-3D3D-48EE-B709-ABAA783007A4}"/>
    <dgm:cxn modelId="{EED4746E-D565-4248-A6E2-998EFF8D170B}" type="presOf" srcId="{3B70D1B9-24EE-49C2-8C98-A4E7A92B9E96}" destId="{C7DCBCE3-DB91-4D30-BC12-07209695A5A2}" srcOrd="1" destOrd="0" presId="urn:microsoft.com/office/officeart/2016/7/layout/RepeatingBendingProcessNew"/>
    <dgm:cxn modelId="{0A95B46F-A629-4F65-A0FB-24CD64E47E43}" type="presOf" srcId="{3B70D1B9-24EE-49C2-8C98-A4E7A92B9E96}" destId="{AEDF4823-5C45-44F6-B2E9-A22453F5C77C}" srcOrd="0" destOrd="0" presId="urn:microsoft.com/office/officeart/2016/7/layout/RepeatingBendingProcessNew"/>
    <dgm:cxn modelId="{B4203973-B17C-429D-898D-69E5AD06F06F}" type="presOf" srcId="{AA37AD5E-9405-4FB7-A13C-0EF28D7FC0FF}" destId="{CFBEE6C8-C5AB-44FC-8E6D-D1BA75629181}" srcOrd="0" destOrd="0" presId="urn:microsoft.com/office/officeart/2016/7/layout/RepeatingBendingProcessNew"/>
    <dgm:cxn modelId="{DE6D0F55-CAEF-4E22-9DDC-3643CEB414FE}" srcId="{624FB035-8830-49C3-9A5F-D59D7F91A579}" destId="{C271C5F4-5679-4180-B180-892843E0289E}" srcOrd="0" destOrd="0" parTransId="{A245540B-9CC3-429A-961B-F9766CC29785}" sibTransId="{AA37AD5E-9405-4FB7-A13C-0EF28D7FC0FF}"/>
    <dgm:cxn modelId="{EE56A657-473C-471A-B664-BCC235BD08C0}" srcId="{B47F9D2E-37A9-4C28-81C4-2B1A701369D1}" destId="{D91C8254-BCBA-4560-A9E0-39AA6DD4380E}" srcOrd="1" destOrd="0" parTransId="{D0E790A7-D854-4CEA-A54A-6D96662AFA78}" sibTransId="{735E80E4-D0F6-4662-9F2D-3F334E1CAF46}"/>
    <dgm:cxn modelId="{B7DF3D59-6C87-484E-848F-E07DC3660DAF}" srcId="{624FB035-8830-49C3-9A5F-D59D7F91A579}" destId="{D62FF890-8EE9-4534-ADBC-E4B5D85759B5}" srcOrd="3" destOrd="0" parTransId="{245ABDBD-5E4A-495A-BC63-B6C4E5AB3E77}" sibTransId="{3F884785-5491-4367-B4E4-322FAD8F16AF}"/>
    <dgm:cxn modelId="{7E3CD27F-C3DF-43C5-875B-F7CCB837C885}" type="presOf" srcId="{11171729-7A5B-43B0-B211-C4858B26B06B}" destId="{146C6389-29F7-44BB-ACC2-37D029926A26}" srcOrd="0" destOrd="0" presId="urn:microsoft.com/office/officeart/2016/7/layout/RepeatingBendingProcessNew"/>
    <dgm:cxn modelId="{83F78C89-19A8-452F-99DB-F042DA44E309}" type="presOf" srcId="{D62FF890-8EE9-4534-ADBC-E4B5D85759B5}" destId="{67AC0D68-2E2A-4BAD-A80D-AD3017184865}" srcOrd="0" destOrd="0" presId="urn:microsoft.com/office/officeart/2016/7/layout/RepeatingBendingProcessNew"/>
    <dgm:cxn modelId="{2DB3268A-0842-49AA-AF81-893CE1D94A0A}" type="presOf" srcId="{431E3527-69E5-49F4-8F7D-0CC0C32B5D30}" destId="{F4000AA0-018F-4772-A608-183BDB9EA8D8}" srcOrd="0" destOrd="0" presId="urn:microsoft.com/office/officeart/2016/7/layout/RepeatingBendingProcessNew"/>
    <dgm:cxn modelId="{D5A16D8B-C328-458E-A755-87478CBF1FCE}" type="presOf" srcId="{FDF39925-1C32-4644-813F-1949909328CD}" destId="{BAB3A49D-D8E9-4DA0-813E-26C82B1D494D}" srcOrd="0" destOrd="0" presId="urn:microsoft.com/office/officeart/2016/7/layout/RepeatingBendingProcessNew"/>
    <dgm:cxn modelId="{9660F08C-0397-4FEB-B4EF-189427FA0200}" type="presOf" srcId="{7AD2F9E7-3D3D-48EE-B709-ABAA783007A4}" destId="{85D76F14-805D-4565-B914-CA77B915E70E}" srcOrd="0" destOrd="0" presId="urn:microsoft.com/office/officeart/2016/7/layout/RepeatingBendingProcessNew"/>
    <dgm:cxn modelId="{E0D1D990-BF70-48F8-A4C6-FAEB42C015E3}" type="presOf" srcId="{D91C8254-BCBA-4560-A9E0-39AA6DD4380E}" destId="{114D5837-9BFB-4926-8791-E25E0228E35B}" srcOrd="0" destOrd="2" presId="urn:microsoft.com/office/officeart/2016/7/layout/RepeatingBendingProcessNew"/>
    <dgm:cxn modelId="{4933D19E-7555-4E7A-98A0-4BA61FB21E3D}" type="presOf" srcId="{C8870A2F-23E3-4C66-BA47-6B38897B13FE}" destId="{634D9C7B-6CC6-483B-93C4-ACC918D0E9F7}" srcOrd="0" destOrd="0" presId="urn:microsoft.com/office/officeart/2016/7/layout/RepeatingBendingProcessNew"/>
    <dgm:cxn modelId="{CF5953B1-4769-40CB-9707-384E38FABADC}" type="presOf" srcId="{B47F9D2E-37A9-4C28-81C4-2B1A701369D1}" destId="{114D5837-9BFB-4926-8791-E25E0228E35B}" srcOrd="0" destOrd="0" presId="urn:microsoft.com/office/officeart/2016/7/layout/RepeatingBendingProcessNew"/>
    <dgm:cxn modelId="{E270BFB7-DCFB-4BE6-AD13-235DE3AA1AEA}" srcId="{624FB035-8830-49C3-9A5F-D59D7F91A579}" destId="{431E3527-69E5-49F4-8F7D-0CC0C32B5D30}" srcOrd="5" destOrd="0" parTransId="{8ED89392-17BF-4EB8-BE3F-832DBBB6CE16}" sibTransId="{FDF39925-1C32-4644-813F-1949909328CD}"/>
    <dgm:cxn modelId="{DF6911BC-9A52-421A-9F97-4963B4EFFC55}" type="presOf" srcId="{7AD2F9E7-3D3D-48EE-B709-ABAA783007A4}" destId="{554FBE14-7E02-46A1-B08A-BB31E9ED6F48}" srcOrd="1" destOrd="0" presId="urn:microsoft.com/office/officeart/2016/7/layout/RepeatingBendingProcessNew"/>
    <dgm:cxn modelId="{5C241ABC-55C3-41D8-A0C8-0BD8508D81E1}" type="presOf" srcId="{1B082A00-FA9F-4A72-B583-7C8E5573023D}" destId="{114D5837-9BFB-4926-8791-E25E0228E35B}" srcOrd="0" destOrd="3" presId="urn:microsoft.com/office/officeart/2016/7/layout/RepeatingBendingProcessNew"/>
    <dgm:cxn modelId="{FC45F1D5-497C-4E62-8892-A2319D7C5D28}" srcId="{624FB035-8830-49C3-9A5F-D59D7F91A579}" destId="{B47F9D2E-37A9-4C28-81C4-2B1A701369D1}" srcOrd="7" destOrd="0" parTransId="{7C39B973-2529-4BE2-BB37-97576CD3D6DA}" sibTransId="{D4C8E33B-DC69-4CD7-81E4-6CDCDEEEE465}"/>
    <dgm:cxn modelId="{D6424EDA-461B-4C7D-8927-2E90967B8466}" type="presOf" srcId="{C271C5F4-5679-4180-B180-892843E0289E}" destId="{60808751-8D12-404F-AEC8-F13B50F09439}" srcOrd="0" destOrd="0" presId="urn:microsoft.com/office/officeart/2016/7/layout/RepeatingBendingProcessNew"/>
    <dgm:cxn modelId="{5B1514DD-8EFE-417E-8C82-3867C1D7BF5D}" type="presOf" srcId="{AA37AD5E-9405-4FB7-A13C-0EF28D7FC0FF}" destId="{9A6A99EB-1AB6-404F-980E-179F93C65FF3}" srcOrd="1" destOrd="0" presId="urn:microsoft.com/office/officeart/2016/7/layout/RepeatingBendingProcessNew"/>
    <dgm:cxn modelId="{BD74C2EB-F009-4CD8-8C82-6806A671492F}" type="presOf" srcId="{1AECF821-B8D9-4CE7-ADAA-2BF3D8A91281}" destId="{4674B84D-174A-44E9-9202-3F635443C89D}" srcOrd="1" destOrd="0" presId="urn:microsoft.com/office/officeart/2016/7/layout/RepeatingBendingProcessNew"/>
    <dgm:cxn modelId="{8F00B7ED-D04C-4625-B503-E4676EA47D57}" type="presOf" srcId="{C8870A2F-23E3-4C66-BA47-6B38897B13FE}" destId="{CC859EEC-B3A2-4A89-AA94-F828B18A9D7F}" srcOrd="1" destOrd="0" presId="urn:microsoft.com/office/officeart/2016/7/layout/RepeatingBendingProcessNew"/>
    <dgm:cxn modelId="{A428E4F6-46C9-4244-9C7F-65AD2F02EA94}" srcId="{624FB035-8830-49C3-9A5F-D59D7F91A579}" destId="{11171729-7A5B-43B0-B211-C4858B26B06B}" srcOrd="6" destOrd="0" parTransId="{34B41FCC-FB08-4A37-AD4E-2BA15D9A657D}" sibTransId="{1AECF821-B8D9-4CE7-ADAA-2BF3D8A91281}"/>
    <dgm:cxn modelId="{5DB01BFC-D71C-496B-974D-770011777D9A}" srcId="{B47F9D2E-37A9-4C28-81C4-2B1A701369D1}" destId="{AFE63A45-C327-460E-8104-815CDE9D3782}" srcOrd="0" destOrd="0" parTransId="{09C697CF-2ADF-43AB-A02E-C65D25147DE9}" sibTransId="{A289FDC4-4690-4BB3-B7FD-3C72718808CB}"/>
    <dgm:cxn modelId="{212726FC-EC76-4483-BD89-DC83F90270F4}" type="presOf" srcId="{F740985C-7F7F-4306-AA6A-2AFA12C6E9E1}" destId="{43DE0A95-97D6-40EF-8C04-9BF1E2EA1E24}" srcOrd="0" destOrd="0" presId="urn:microsoft.com/office/officeart/2016/7/layout/RepeatingBendingProcessNew"/>
    <dgm:cxn modelId="{2DAE40BB-30D7-4371-A9B9-628A8BD5B127}" type="presParOf" srcId="{1D84E6B7-CDF1-4B37-886E-E085B3024CE1}" destId="{60808751-8D12-404F-AEC8-F13B50F09439}" srcOrd="0" destOrd="0" presId="urn:microsoft.com/office/officeart/2016/7/layout/RepeatingBendingProcessNew"/>
    <dgm:cxn modelId="{5B1FEB59-58DA-4946-BC48-EAD3C94F6A2D}" type="presParOf" srcId="{1D84E6B7-CDF1-4B37-886E-E085B3024CE1}" destId="{CFBEE6C8-C5AB-44FC-8E6D-D1BA75629181}" srcOrd="1" destOrd="0" presId="urn:microsoft.com/office/officeart/2016/7/layout/RepeatingBendingProcessNew"/>
    <dgm:cxn modelId="{8C7E7915-CD8C-4FDB-8BD8-FA74219FC392}" type="presParOf" srcId="{CFBEE6C8-C5AB-44FC-8E6D-D1BA75629181}" destId="{9A6A99EB-1AB6-404F-980E-179F93C65FF3}" srcOrd="0" destOrd="0" presId="urn:microsoft.com/office/officeart/2016/7/layout/RepeatingBendingProcessNew"/>
    <dgm:cxn modelId="{942BD451-2306-41C0-997E-46F6DD4D2959}" type="presParOf" srcId="{1D84E6B7-CDF1-4B37-886E-E085B3024CE1}" destId="{5EF73E60-69F1-4C66-A474-548BD4E99227}" srcOrd="2" destOrd="0" presId="urn:microsoft.com/office/officeart/2016/7/layout/RepeatingBendingProcessNew"/>
    <dgm:cxn modelId="{F068097A-C28A-4E77-BC70-FBC9207D9F4A}" type="presParOf" srcId="{1D84E6B7-CDF1-4B37-886E-E085B3024CE1}" destId="{634D9C7B-6CC6-483B-93C4-ACC918D0E9F7}" srcOrd="3" destOrd="0" presId="urn:microsoft.com/office/officeart/2016/7/layout/RepeatingBendingProcessNew"/>
    <dgm:cxn modelId="{9205C22E-B2B6-4C0A-A826-E9E8B762A059}" type="presParOf" srcId="{634D9C7B-6CC6-483B-93C4-ACC918D0E9F7}" destId="{CC859EEC-B3A2-4A89-AA94-F828B18A9D7F}" srcOrd="0" destOrd="0" presId="urn:microsoft.com/office/officeart/2016/7/layout/RepeatingBendingProcessNew"/>
    <dgm:cxn modelId="{4B34A6B9-9741-44F9-BAF5-B265D519E583}" type="presParOf" srcId="{1D84E6B7-CDF1-4B37-886E-E085B3024CE1}" destId="{43DE0A95-97D6-40EF-8C04-9BF1E2EA1E24}" srcOrd="4" destOrd="0" presId="urn:microsoft.com/office/officeart/2016/7/layout/RepeatingBendingProcessNew"/>
    <dgm:cxn modelId="{238A33D1-310D-47F1-9E40-8B382B282F0A}" type="presParOf" srcId="{1D84E6B7-CDF1-4B37-886E-E085B3024CE1}" destId="{85D76F14-805D-4565-B914-CA77B915E70E}" srcOrd="5" destOrd="0" presId="urn:microsoft.com/office/officeart/2016/7/layout/RepeatingBendingProcessNew"/>
    <dgm:cxn modelId="{CCA9889D-6CA0-45A7-9D67-60C414F462FB}" type="presParOf" srcId="{85D76F14-805D-4565-B914-CA77B915E70E}" destId="{554FBE14-7E02-46A1-B08A-BB31E9ED6F48}" srcOrd="0" destOrd="0" presId="urn:microsoft.com/office/officeart/2016/7/layout/RepeatingBendingProcessNew"/>
    <dgm:cxn modelId="{B4D26B96-375C-4A7F-ABF6-09A80A4EDA01}" type="presParOf" srcId="{1D84E6B7-CDF1-4B37-886E-E085B3024CE1}" destId="{67AC0D68-2E2A-4BAD-A80D-AD3017184865}" srcOrd="6" destOrd="0" presId="urn:microsoft.com/office/officeart/2016/7/layout/RepeatingBendingProcessNew"/>
    <dgm:cxn modelId="{9554F00E-2869-4B10-92C3-27A97280B74E}" type="presParOf" srcId="{1D84E6B7-CDF1-4B37-886E-E085B3024CE1}" destId="{FAD67A54-8E48-49AD-B5D9-D5AEB7A9EEC4}" srcOrd="7" destOrd="0" presId="urn:microsoft.com/office/officeart/2016/7/layout/RepeatingBendingProcessNew"/>
    <dgm:cxn modelId="{66B1F957-1EBC-4BD8-AE74-6ACEDA409FCC}" type="presParOf" srcId="{FAD67A54-8E48-49AD-B5D9-D5AEB7A9EEC4}" destId="{917805EF-ADAC-473B-8DB2-0EB004CE286B}" srcOrd="0" destOrd="0" presId="urn:microsoft.com/office/officeart/2016/7/layout/RepeatingBendingProcessNew"/>
    <dgm:cxn modelId="{7BABCDD3-3EE8-4C3A-BAB5-B50DB52437D3}" type="presParOf" srcId="{1D84E6B7-CDF1-4B37-886E-E085B3024CE1}" destId="{2A4BE469-6537-40F5-B800-C6B5101EC51A}" srcOrd="8" destOrd="0" presId="urn:microsoft.com/office/officeart/2016/7/layout/RepeatingBendingProcessNew"/>
    <dgm:cxn modelId="{C9DA27CA-C443-47ED-B9D5-60CCE5E77926}" type="presParOf" srcId="{1D84E6B7-CDF1-4B37-886E-E085B3024CE1}" destId="{AEDF4823-5C45-44F6-B2E9-A22453F5C77C}" srcOrd="9" destOrd="0" presId="urn:microsoft.com/office/officeart/2016/7/layout/RepeatingBendingProcessNew"/>
    <dgm:cxn modelId="{0E94307B-B6FF-4545-B0EB-368CDC3673C9}" type="presParOf" srcId="{AEDF4823-5C45-44F6-B2E9-A22453F5C77C}" destId="{C7DCBCE3-DB91-4D30-BC12-07209695A5A2}" srcOrd="0" destOrd="0" presId="urn:microsoft.com/office/officeart/2016/7/layout/RepeatingBendingProcessNew"/>
    <dgm:cxn modelId="{4FB34685-0A67-4A66-856D-6162EA080988}" type="presParOf" srcId="{1D84E6B7-CDF1-4B37-886E-E085B3024CE1}" destId="{F4000AA0-018F-4772-A608-183BDB9EA8D8}" srcOrd="10" destOrd="0" presId="urn:microsoft.com/office/officeart/2016/7/layout/RepeatingBendingProcessNew"/>
    <dgm:cxn modelId="{ED1F2E75-F69E-4636-9B3A-899424D847EC}" type="presParOf" srcId="{1D84E6B7-CDF1-4B37-886E-E085B3024CE1}" destId="{BAB3A49D-D8E9-4DA0-813E-26C82B1D494D}" srcOrd="11" destOrd="0" presId="urn:microsoft.com/office/officeart/2016/7/layout/RepeatingBendingProcessNew"/>
    <dgm:cxn modelId="{4E3E03DA-6105-4F4B-8E26-EB94F3C24227}" type="presParOf" srcId="{BAB3A49D-D8E9-4DA0-813E-26C82B1D494D}" destId="{C5D1D977-E7EF-4C0A-A5DF-0CFF23E149D4}" srcOrd="0" destOrd="0" presId="urn:microsoft.com/office/officeart/2016/7/layout/RepeatingBendingProcessNew"/>
    <dgm:cxn modelId="{C71E30F4-C6D4-4C65-BFD4-FD062825ADCF}" type="presParOf" srcId="{1D84E6B7-CDF1-4B37-886E-E085B3024CE1}" destId="{146C6389-29F7-44BB-ACC2-37D029926A26}" srcOrd="12" destOrd="0" presId="urn:microsoft.com/office/officeart/2016/7/layout/RepeatingBendingProcessNew"/>
    <dgm:cxn modelId="{0844077F-FF7C-44A4-A2BC-F8431A6089C4}" type="presParOf" srcId="{1D84E6B7-CDF1-4B37-886E-E085B3024CE1}" destId="{9C12D13C-77A6-4E56-B22D-52C2182D9268}" srcOrd="13" destOrd="0" presId="urn:microsoft.com/office/officeart/2016/7/layout/RepeatingBendingProcessNew"/>
    <dgm:cxn modelId="{27793714-1117-49E0-95DC-95D517A28F4A}" type="presParOf" srcId="{9C12D13C-77A6-4E56-B22D-52C2182D9268}" destId="{4674B84D-174A-44E9-9202-3F635443C89D}" srcOrd="0" destOrd="0" presId="urn:microsoft.com/office/officeart/2016/7/layout/RepeatingBendingProcessNew"/>
    <dgm:cxn modelId="{40766B26-2369-47A3-8D84-C06D91237D6D}" type="presParOf" srcId="{1D84E6B7-CDF1-4B37-886E-E085B3024CE1}" destId="{114D5837-9BFB-4926-8791-E25E0228E35B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09B4747-15B8-4EF0-A857-2458B2063E1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03D70C58-7378-47CB-86B9-779BFF63E293}">
      <dgm:prSet/>
      <dgm:spPr/>
      <dgm:t>
        <a:bodyPr/>
        <a:lstStyle/>
        <a:p>
          <a:r>
            <a:rPr lang="en-US"/>
            <a:t>• HTML5: Estrutura do formulário</a:t>
          </a:r>
        </a:p>
      </dgm:t>
    </dgm:pt>
    <dgm:pt modelId="{2363FB92-F3BC-474E-94DD-D1AC17CDE44B}" type="parTrans" cxnId="{832539FD-9F91-4EA8-BA64-EC3A54CE7EC2}">
      <dgm:prSet/>
      <dgm:spPr/>
      <dgm:t>
        <a:bodyPr/>
        <a:lstStyle/>
        <a:p>
          <a:endParaRPr lang="en-US"/>
        </a:p>
      </dgm:t>
    </dgm:pt>
    <dgm:pt modelId="{36CD1EA3-159E-4F85-8F7D-FC769654A91E}" type="sibTrans" cxnId="{832539FD-9F91-4EA8-BA64-EC3A54CE7EC2}">
      <dgm:prSet/>
      <dgm:spPr/>
      <dgm:t>
        <a:bodyPr/>
        <a:lstStyle/>
        <a:p>
          <a:endParaRPr lang="en-US"/>
        </a:p>
      </dgm:t>
    </dgm:pt>
    <dgm:pt modelId="{CA000A67-BC11-47BF-8BC1-DE4DC768436A}">
      <dgm:prSet/>
      <dgm:spPr/>
      <dgm:t>
        <a:bodyPr/>
        <a:lstStyle/>
        <a:p>
          <a:r>
            <a:rPr lang="en-US"/>
            <a:t>• CSS3 + Bootstrap: Estilização e responsividade</a:t>
          </a:r>
        </a:p>
      </dgm:t>
    </dgm:pt>
    <dgm:pt modelId="{6E08E8C8-EC7D-43A8-AA98-A40FF30D09C7}" type="parTrans" cxnId="{B7D1A38D-652E-4A36-81B6-07B2BB3C9638}">
      <dgm:prSet/>
      <dgm:spPr/>
      <dgm:t>
        <a:bodyPr/>
        <a:lstStyle/>
        <a:p>
          <a:endParaRPr lang="en-US"/>
        </a:p>
      </dgm:t>
    </dgm:pt>
    <dgm:pt modelId="{2BB11667-4D40-4BC2-AFC4-BF54FB801A91}" type="sibTrans" cxnId="{B7D1A38D-652E-4A36-81B6-07B2BB3C9638}">
      <dgm:prSet/>
      <dgm:spPr/>
      <dgm:t>
        <a:bodyPr/>
        <a:lstStyle/>
        <a:p>
          <a:endParaRPr lang="en-US"/>
        </a:p>
      </dgm:t>
    </dgm:pt>
    <dgm:pt modelId="{0B54059E-DB03-4B1F-B3F4-FB8ED14C4452}">
      <dgm:prSet/>
      <dgm:spPr/>
      <dgm:t>
        <a:bodyPr/>
        <a:lstStyle/>
        <a:p>
          <a:r>
            <a:rPr lang="en-US"/>
            <a:t>• JavaScript: Lógica e interatividade</a:t>
          </a:r>
        </a:p>
      </dgm:t>
    </dgm:pt>
    <dgm:pt modelId="{5BD4A1B7-4CC9-4E51-B321-933313F70234}" type="parTrans" cxnId="{F95346E1-8CBF-4DB2-A5FA-3EE8A2061345}">
      <dgm:prSet/>
      <dgm:spPr/>
      <dgm:t>
        <a:bodyPr/>
        <a:lstStyle/>
        <a:p>
          <a:endParaRPr lang="en-US"/>
        </a:p>
      </dgm:t>
    </dgm:pt>
    <dgm:pt modelId="{33E58C7A-6504-481A-A3D9-446E81C86A25}" type="sibTrans" cxnId="{F95346E1-8CBF-4DB2-A5FA-3EE8A2061345}">
      <dgm:prSet/>
      <dgm:spPr/>
      <dgm:t>
        <a:bodyPr/>
        <a:lstStyle/>
        <a:p>
          <a:endParaRPr lang="en-US"/>
        </a:p>
      </dgm:t>
    </dgm:pt>
    <dgm:pt modelId="{087D7184-6E81-4FF6-A950-24EF2D9324AB}">
      <dgm:prSet/>
      <dgm:spPr/>
      <dgm:t>
        <a:bodyPr/>
        <a:lstStyle/>
        <a:p>
          <a:r>
            <a:rPr lang="en-US"/>
            <a:t>• Fetch API: Comunicação Assíncrona com Front-</a:t>
          </a:r>
        </a:p>
        <a:p>
          <a:r>
            <a:rPr lang="en-US"/>
            <a:t>   End</a:t>
          </a:r>
        </a:p>
      </dgm:t>
    </dgm:pt>
    <dgm:pt modelId="{9E30FE1C-7879-412D-A500-3BC83C4AF4E5}" type="parTrans" cxnId="{BCF7960E-FB02-456E-BDB0-CE6F47ED31B1}">
      <dgm:prSet/>
      <dgm:spPr/>
      <dgm:t>
        <a:bodyPr/>
        <a:lstStyle/>
        <a:p>
          <a:endParaRPr lang="en-US"/>
        </a:p>
      </dgm:t>
    </dgm:pt>
    <dgm:pt modelId="{62776F8D-FC53-4F53-9596-6B9E072A14FC}" type="sibTrans" cxnId="{BCF7960E-FB02-456E-BDB0-CE6F47ED31B1}">
      <dgm:prSet/>
      <dgm:spPr/>
      <dgm:t>
        <a:bodyPr/>
        <a:lstStyle/>
        <a:p>
          <a:endParaRPr lang="en-US"/>
        </a:p>
      </dgm:t>
    </dgm:pt>
    <dgm:pt modelId="{0C2A07D9-740D-42B3-AD3A-F7D398AFEAD0}">
      <dgm:prSet/>
      <dgm:spPr/>
      <dgm:t>
        <a:bodyPr/>
        <a:lstStyle/>
        <a:p>
          <a:r>
            <a:rPr lang="en-US"/>
            <a:t>• Servidor</a:t>
          </a:r>
        </a:p>
      </dgm:t>
    </dgm:pt>
    <dgm:pt modelId="{B9DDE2CA-8FEA-4FAC-8370-C8E3BAE7E66F}" type="parTrans" cxnId="{2E28DD03-F40A-4985-B2F6-E0368C7DB1C4}">
      <dgm:prSet/>
      <dgm:spPr/>
      <dgm:t>
        <a:bodyPr/>
        <a:lstStyle/>
        <a:p>
          <a:endParaRPr lang="en-US"/>
        </a:p>
      </dgm:t>
    </dgm:pt>
    <dgm:pt modelId="{1443197B-8DB8-404D-A41D-5403CC1FA82B}" type="sibTrans" cxnId="{2E28DD03-F40A-4985-B2F6-E0368C7DB1C4}">
      <dgm:prSet/>
      <dgm:spPr/>
      <dgm:t>
        <a:bodyPr/>
        <a:lstStyle/>
        <a:p>
          <a:endParaRPr lang="en-US"/>
        </a:p>
      </dgm:t>
    </dgm:pt>
    <dgm:pt modelId="{245AF2BB-AEB2-48F5-8C85-8BE86D2E1788}">
      <dgm:prSet/>
      <dgm:spPr/>
      <dgm:t>
        <a:bodyPr/>
        <a:lstStyle/>
        <a:p>
          <a:r>
            <a:rPr lang="en-US" dirty="0"/>
            <a:t>• API </a:t>
          </a:r>
          <a:r>
            <a:rPr lang="en-US" dirty="0" err="1"/>
            <a:t>ViaCEP</a:t>
          </a:r>
          <a:r>
            <a:rPr lang="en-US" dirty="0"/>
            <a:t>: </a:t>
          </a:r>
          <a:r>
            <a:rPr lang="en-US" dirty="0" err="1"/>
            <a:t>Retorna</a:t>
          </a:r>
          <a:r>
            <a:rPr lang="en-US" dirty="0"/>
            <a:t> com </a:t>
          </a:r>
          <a:r>
            <a:rPr lang="en-US" dirty="0" err="1"/>
            <a:t>os</a:t>
          </a:r>
          <a:r>
            <a:rPr lang="en-US" dirty="0"/>
            <a:t> dados </a:t>
          </a:r>
          <a:r>
            <a:rPr lang="en-US" dirty="0" err="1"/>
            <a:t>preenchidos</a:t>
          </a:r>
          <a:r>
            <a:rPr lang="en-US" dirty="0"/>
            <a:t> no   </a:t>
          </a:r>
        </a:p>
        <a:p>
          <a:r>
            <a:rPr lang="en-US" dirty="0"/>
            <a:t>    </a:t>
          </a:r>
          <a:r>
            <a:rPr lang="en-US" dirty="0" err="1"/>
            <a:t>formulário</a:t>
          </a:r>
          <a:r>
            <a:rPr lang="en-US" dirty="0"/>
            <a:t> </a:t>
          </a:r>
          <a:r>
            <a:rPr lang="pt-BR" dirty="0"/>
            <a:t>  </a:t>
          </a:r>
          <a:endParaRPr lang="en-US" dirty="0"/>
        </a:p>
      </dgm:t>
    </dgm:pt>
    <dgm:pt modelId="{1F63D746-47D3-4C83-84B2-FEAD9F38C5DD}" type="parTrans" cxnId="{C5F60B2C-79D5-46EC-8FDE-8728E9EE628F}">
      <dgm:prSet/>
      <dgm:spPr/>
      <dgm:t>
        <a:bodyPr/>
        <a:lstStyle/>
        <a:p>
          <a:endParaRPr lang="en-US"/>
        </a:p>
      </dgm:t>
    </dgm:pt>
    <dgm:pt modelId="{74DE725D-3D42-4CF1-98E8-74F4CE0EBA88}" type="sibTrans" cxnId="{C5F60B2C-79D5-46EC-8FDE-8728E9EE628F}">
      <dgm:prSet/>
      <dgm:spPr/>
      <dgm:t>
        <a:bodyPr/>
        <a:lstStyle/>
        <a:p>
          <a:endParaRPr lang="en-US"/>
        </a:p>
      </dgm:t>
    </dgm:pt>
    <dgm:pt modelId="{65B64E24-E243-4C94-A56A-2571921082DD}">
      <dgm:prSet/>
      <dgm:spPr/>
      <dgm:t>
        <a:bodyPr/>
        <a:lstStyle/>
        <a:p>
          <a:r>
            <a:rPr lang="en-US"/>
            <a:t>• Base no CEP</a:t>
          </a:r>
        </a:p>
      </dgm:t>
    </dgm:pt>
    <dgm:pt modelId="{3FD476F3-2E6C-4AA9-BAE5-BD647FC6E506}" type="parTrans" cxnId="{E2B9A4C8-025D-44B1-9515-72DAF8802036}">
      <dgm:prSet/>
      <dgm:spPr/>
      <dgm:t>
        <a:bodyPr/>
        <a:lstStyle/>
        <a:p>
          <a:endParaRPr lang="en-US"/>
        </a:p>
      </dgm:t>
    </dgm:pt>
    <dgm:pt modelId="{03B42189-1A96-4882-97C5-429F515C6B89}" type="sibTrans" cxnId="{E2B9A4C8-025D-44B1-9515-72DAF8802036}">
      <dgm:prSet/>
      <dgm:spPr/>
      <dgm:t>
        <a:bodyPr/>
        <a:lstStyle/>
        <a:p>
          <a:endParaRPr lang="en-US"/>
        </a:p>
      </dgm:t>
    </dgm:pt>
    <dgm:pt modelId="{5796A592-6D38-4AEE-9A01-C384C61EA115}" type="pres">
      <dgm:prSet presAssocID="{B09B4747-15B8-4EF0-A857-2458B2063E13}" presName="root" presStyleCnt="0">
        <dgm:presLayoutVars>
          <dgm:dir/>
          <dgm:resizeHandles val="exact"/>
        </dgm:presLayoutVars>
      </dgm:prSet>
      <dgm:spPr/>
    </dgm:pt>
    <dgm:pt modelId="{8E3B455A-3B7B-4246-B03C-76544C5F7964}" type="pres">
      <dgm:prSet presAssocID="{03D70C58-7378-47CB-86B9-779BFF63E293}" presName="compNode" presStyleCnt="0"/>
      <dgm:spPr/>
    </dgm:pt>
    <dgm:pt modelId="{3C3DEA8B-1728-4AD7-A36D-0FFFD0394C4C}" type="pres">
      <dgm:prSet presAssocID="{03D70C58-7378-47CB-86B9-779BFF63E293}" presName="bgRect" presStyleLbl="bgShp" presStyleIdx="0" presStyleCnt="7"/>
      <dgm:spPr/>
    </dgm:pt>
    <dgm:pt modelId="{54AA5D3B-BCD2-40EE-ADF7-CD60B5029A62}" type="pres">
      <dgm:prSet presAssocID="{03D70C58-7378-47CB-86B9-779BFF63E293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363BB64-3AF0-487D-9DC2-888717B52432}" type="pres">
      <dgm:prSet presAssocID="{03D70C58-7378-47CB-86B9-779BFF63E293}" presName="spaceRect" presStyleCnt="0"/>
      <dgm:spPr/>
    </dgm:pt>
    <dgm:pt modelId="{E72AB2DD-69AA-4C5C-9F4F-DA4903D0A868}" type="pres">
      <dgm:prSet presAssocID="{03D70C58-7378-47CB-86B9-779BFF63E293}" presName="parTx" presStyleLbl="revTx" presStyleIdx="0" presStyleCnt="7">
        <dgm:presLayoutVars>
          <dgm:chMax val="0"/>
          <dgm:chPref val="0"/>
        </dgm:presLayoutVars>
      </dgm:prSet>
      <dgm:spPr/>
    </dgm:pt>
    <dgm:pt modelId="{FF60A224-C50E-4445-A5A9-A33AAD0EF9A5}" type="pres">
      <dgm:prSet presAssocID="{36CD1EA3-159E-4F85-8F7D-FC769654A91E}" presName="sibTrans" presStyleCnt="0"/>
      <dgm:spPr/>
    </dgm:pt>
    <dgm:pt modelId="{69F365BC-6D90-41AC-8371-FDBC26C652D7}" type="pres">
      <dgm:prSet presAssocID="{CA000A67-BC11-47BF-8BC1-DE4DC768436A}" presName="compNode" presStyleCnt="0"/>
      <dgm:spPr/>
    </dgm:pt>
    <dgm:pt modelId="{73E40312-5E5E-4929-BC08-1774EB04BBDF}" type="pres">
      <dgm:prSet presAssocID="{CA000A67-BC11-47BF-8BC1-DE4DC768436A}" presName="bgRect" presStyleLbl="bgShp" presStyleIdx="1" presStyleCnt="7"/>
      <dgm:spPr/>
    </dgm:pt>
    <dgm:pt modelId="{DFA7FC1E-0642-496B-A8AA-FE1936F69EA9}" type="pres">
      <dgm:prSet presAssocID="{CA000A67-BC11-47BF-8BC1-DE4DC768436A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ta"/>
        </a:ext>
      </dgm:extLst>
    </dgm:pt>
    <dgm:pt modelId="{1935E3A1-AC40-4E72-A8F3-8D3CBCDCC18B}" type="pres">
      <dgm:prSet presAssocID="{CA000A67-BC11-47BF-8BC1-DE4DC768436A}" presName="spaceRect" presStyleCnt="0"/>
      <dgm:spPr/>
    </dgm:pt>
    <dgm:pt modelId="{35A81344-F42C-4E07-B8D4-28868C1BF922}" type="pres">
      <dgm:prSet presAssocID="{CA000A67-BC11-47BF-8BC1-DE4DC768436A}" presName="parTx" presStyleLbl="revTx" presStyleIdx="1" presStyleCnt="7">
        <dgm:presLayoutVars>
          <dgm:chMax val="0"/>
          <dgm:chPref val="0"/>
        </dgm:presLayoutVars>
      </dgm:prSet>
      <dgm:spPr/>
    </dgm:pt>
    <dgm:pt modelId="{9C769672-E481-4CBB-960C-C4C68106D2BA}" type="pres">
      <dgm:prSet presAssocID="{2BB11667-4D40-4BC2-AFC4-BF54FB801A91}" presName="sibTrans" presStyleCnt="0"/>
      <dgm:spPr/>
    </dgm:pt>
    <dgm:pt modelId="{2A1F9E84-8437-4ECA-A6E4-6481C30893EB}" type="pres">
      <dgm:prSet presAssocID="{0B54059E-DB03-4B1F-B3F4-FB8ED14C4452}" presName="compNode" presStyleCnt="0"/>
      <dgm:spPr/>
    </dgm:pt>
    <dgm:pt modelId="{6E0BE7FE-871F-4363-993A-E7AC1EB2430D}" type="pres">
      <dgm:prSet presAssocID="{0B54059E-DB03-4B1F-B3F4-FB8ED14C4452}" presName="bgRect" presStyleLbl="bgShp" presStyleIdx="2" presStyleCnt="7"/>
      <dgm:spPr/>
    </dgm:pt>
    <dgm:pt modelId="{99B81B80-79CD-46C4-B2E8-AAFDCA9BABC3}" type="pres">
      <dgm:prSet presAssocID="{0B54059E-DB03-4B1F-B3F4-FB8ED14C4452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ô"/>
        </a:ext>
      </dgm:extLst>
    </dgm:pt>
    <dgm:pt modelId="{30EED959-753E-45AA-BC33-7E59F91AEAF6}" type="pres">
      <dgm:prSet presAssocID="{0B54059E-DB03-4B1F-B3F4-FB8ED14C4452}" presName="spaceRect" presStyleCnt="0"/>
      <dgm:spPr/>
    </dgm:pt>
    <dgm:pt modelId="{032727A3-EE6B-4689-9C9B-A7728EE6E677}" type="pres">
      <dgm:prSet presAssocID="{0B54059E-DB03-4B1F-B3F4-FB8ED14C4452}" presName="parTx" presStyleLbl="revTx" presStyleIdx="2" presStyleCnt="7">
        <dgm:presLayoutVars>
          <dgm:chMax val="0"/>
          <dgm:chPref val="0"/>
        </dgm:presLayoutVars>
      </dgm:prSet>
      <dgm:spPr/>
    </dgm:pt>
    <dgm:pt modelId="{BB4053CB-70B6-4736-B80D-93A04DB89231}" type="pres">
      <dgm:prSet presAssocID="{33E58C7A-6504-481A-A3D9-446E81C86A25}" presName="sibTrans" presStyleCnt="0"/>
      <dgm:spPr/>
    </dgm:pt>
    <dgm:pt modelId="{5AF3BF83-A990-4321-AB9E-D6176C485EA9}" type="pres">
      <dgm:prSet presAssocID="{087D7184-6E81-4FF6-A950-24EF2D9324AB}" presName="compNode" presStyleCnt="0"/>
      <dgm:spPr/>
    </dgm:pt>
    <dgm:pt modelId="{1AE15FE7-5CB1-4949-B34C-89F853D4CD27}" type="pres">
      <dgm:prSet presAssocID="{087D7184-6E81-4FF6-A950-24EF2D9324AB}" presName="bgRect" presStyleLbl="bgShp" presStyleIdx="3" presStyleCnt="7"/>
      <dgm:spPr/>
    </dgm:pt>
    <dgm:pt modelId="{31B5A7C1-2BE9-4F40-BC6A-AB095EE63AC4}" type="pres">
      <dgm:prSet presAssocID="{087D7184-6E81-4FF6-A950-24EF2D9324AB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58D2990E-3199-40C2-8D79-1DC170E2D6FA}" type="pres">
      <dgm:prSet presAssocID="{087D7184-6E81-4FF6-A950-24EF2D9324AB}" presName="spaceRect" presStyleCnt="0"/>
      <dgm:spPr/>
    </dgm:pt>
    <dgm:pt modelId="{90BF3929-5BD5-4883-8145-7A92CB90D421}" type="pres">
      <dgm:prSet presAssocID="{087D7184-6E81-4FF6-A950-24EF2D9324AB}" presName="parTx" presStyleLbl="revTx" presStyleIdx="3" presStyleCnt="7">
        <dgm:presLayoutVars>
          <dgm:chMax val="0"/>
          <dgm:chPref val="0"/>
        </dgm:presLayoutVars>
      </dgm:prSet>
      <dgm:spPr/>
    </dgm:pt>
    <dgm:pt modelId="{2584F068-E961-4A58-AA38-A31A560DCFB6}" type="pres">
      <dgm:prSet presAssocID="{62776F8D-FC53-4F53-9596-6B9E072A14FC}" presName="sibTrans" presStyleCnt="0"/>
      <dgm:spPr/>
    </dgm:pt>
    <dgm:pt modelId="{3752A917-1A64-456E-9CE4-AD8547E9F81E}" type="pres">
      <dgm:prSet presAssocID="{0C2A07D9-740D-42B3-AD3A-F7D398AFEAD0}" presName="compNode" presStyleCnt="0"/>
      <dgm:spPr/>
    </dgm:pt>
    <dgm:pt modelId="{F0D6C77E-1249-49B5-A1AC-B2C8947F0FFE}" type="pres">
      <dgm:prSet presAssocID="{0C2A07D9-740D-42B3-AD3A-F7D398AFEAD0}" presName="bgRect" presStyleLbl="bgShp" presStyleIdx="4" presStyleCnt="7"/>
      <dgm:spPr/>
    </dgm:pt>
    <dgm:pt modelId="{D0A3B17A-119E-4A33-968A-0102D58D45EF}" type="pres">
      <dgm:prSet presAssocID="{0C2A07D9-740D-42B3-AD3A-F7D398AFEAD0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3E5080FF-19F4-47C3-A22A-BCFB1A283786}" type="pres">
      <dgm:prSet presAssocID="{0C2A07D9-740D-42B3-AD3A-F7D398AFEAD0}" presName="spaceRect" presStyleCnt="0"/>
      <dgm:spPr/>
    </dgm:pt>
    <dgm:pt modelId="{0C537E2D-4DF1-4B75-8CF4-38E782E24E97}" type="pres">
      <dgm:prSet presAssocID="{0C2A07D9-740D-42B3-AD3A-F7D398AFEAD0}" presName="parTx" presStyleLbl="revTx" presStyleIdx="4" presStyleCnt="7">
        <dgm:presLayoutVars>
          <dgm:chMax val="0"/>
          <dgm:chPref val="0"/>
        </dgm:presLayoutVars>
      </dgm:prSet>
      <dgm:spPr/>
    </dgm:pt>
    <dgm:pt modelId="{11454E88-0007-4D2A-A03C-3DC94F32484D}" type="pres">
      <dgm:prSet presAssocID="{1443197B-8DB8-404D-A41D-5403CC1FA82B}" presName="sibTrans" presStyleCnt="0"/>
      <dgm:spPr/>
    </dgm:pt>
    <dgm:pt modelId="{050BBCE0-509F-4DA8-92E9-DC171738E16C}" type="pres">
      <dgm:prSet presAssocID="{245AF2BB-AEB2-48F5-8C85-8BE86D2E1788}" presName="compNode" presStyleCnt="0"/>
      <dgm:spPr/>
    </dgm:pt>
    <dgm:pt modelId="{EDB956D3-C788-40A9-883E-0D14513EFE2A}" type="pres">
      <dgm:prSet presAssocID="{245AF2BB-AEB2-48F5-8C85-8BE86D2E1788}" presName="bgRect" presStyleLbl="bgShp" presStyleIdx="5" presStyleCnt="7"/>
      <dgm:spPr/>
    </dgm:pt>
    <dgm:pt modelId="{868B8C89-2C09-41BE-89BD-BBBFA6DDAA11}" type="pres">
      <dgm:prSet presAssocID="{245AF2BB-AEB2-48F5-8C85-8BE86D2E1788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F6DFB9FF-0A81-421B-ABD7-8460A9E83F4A}" type="pres">
      <dgm:prSet presAssocID="{245AF2BB-AEB2-48F5-8C85-8BE86D2E1788}" presName="spaceRect" presStyleCnt="0"/>
      <dgm:spPr/>
    </dgm:pt>
    <dgm:pt modelId="{2AB4C9D5-8BEC-48D5-A4FB-F51E59CD3E9A}" type="pres">
      <dgm:prSet presAssocID="{245AF2BB-AEB2-48F5-8C85-8BE86D2E1788}" presName="parTx" presStyleLbl="revTx" presStyleIdx="5" presStyleCnt="7">
        <dgm:presLayoutVars>
          <dgm:chMax val="0"/>
          <dgm:chPref val="0"/>
        </dgm:presLayoutVars>
      </dgm:prSet>
      <dgm:spPr/>
    </dgm:pt>
    <dgm:pt modelId="{FA22A1D0-2C2E-48BE-930A-AEC117210183}" type="pres">
      <dgm:prSet presAssocID="{74DE725D-3D42-4CF1-98E8-74F4CE0EBA88}" presName="sibTrans" presStyleCnt="0"/>
      <dgm:spPr/>
    </dgm:pt>
    <dgm:pt modelId="{448777E6-8944-4E73-9111-91FA69FEAEAE}" type="pres">
      <dgm:prSet presAssocID="{65B64E24-E243-4C94-A56A-2571921082DD}" presName="compNode" presStyleCnt="0"/>
      <dgm:spPr/>
    </dgm:pt>
    <dgm:pt modelId="{CA01E5BD-2264-4126-A20A-77F128DC4D7C}" type="pres">
      <dgm:prSet presAssocID="{65B64E24-E243-4C94-A56A-2571921082DD}" presName="bgRect" presStyleLbl="bgShp" presStyleIdx="6" presStyleCnt="7"/>
      <dgm:spPr/>
    </dgm:pt>
    <dgm:pt modelId="{0801056F-866B-40BC-8A7B-2D5E59CBB3E6}" type="pres">
      <dgm:prSet presAssocID="{65B64E24-E243-4C94-A56A-2571921082DD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2C50F4A4-DB1A-4503-B78E-F9434D7D2A1D}" type="pres">
      <dgm:prSet presAssocID="{65B64E24-E243-4C94-A56A-2571921082DD}" presName="spaceRect" presStyleCnt="0"/>
      <dgm:spPr/>
    </dgm:pt>
    <dgm:pt modelId="{3F2DC030-E22F-47BC-96B9-69BFCF37EC6F}" type="pres">
      <dgm:prSet presAssocID="{65B64E24-E243-4C94-A56A-2571921082DD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2E28DD03-F40A-4985-B2F6-E0368C7DB1C4}" srcId="{B09B4747-15B8-4EF0-A857-2458B2063E13}" destId="{0C2A07D9-740D-42B3-AD3A-F7D398AFEAD0}" srcOrd="4" destOrd="0" parTransId="{B9DDE2CA-8FEA-4FAC-8370-C8E3BAE7E66F}" sibTransId="{1443197B-8DB8-404D-A41D-5403CC1FA82B}"/>
    <dgm:cxn modelId="{96AFD604-D7BF-4FDC-9A05-712DCA4FDB0C}" type="presOf" srcId="{087D7184-6E81-4FF6-A950-24EF2D9324AB}" destId="{90BF3929-5BD5-4883-8145-7A92CB90D421}" srcOrd="0" destOrd="0" presId="urn:microsoft.com/office/officeart/2018/2/layout/IconVerticalSolidList"/>
    <dgm:cxn modelId="{BCF7960E-FB02-456E-BDB0-CE6F47ED31B1}" srcId="{B09B4747-15B8-4EF0-A857-2458B2063E13}" destId="{087D7184-6E81-4FF6-A950-24EF2D9324AB}" srcOrd="3" destOrd="0" parTransId="{9E30FE1C-7879-412D-A500-3BC83C4AF4E5}" sibTransId="{62776F8D-FC53-4F53-9596-6B9E072A14FC}"/>
    <dgm:cxn modelId="{C5F60B2C-79D5-46EC-8FDE-8728E9EE628F}" srcId="{B09B4747-15B8-4EF0-A857-2458B2063E13}" destId="{245AF2BB-AEB2-48F5-8C85-8BE86D2E1788}" srcOrd="5" destOrd="0" parTransId="{1F63D746-47D3-4C83-84B2-FEAD9F38C5DD}" sibTransId="{74DE725D-3D42-4CF1-98E8-74F4CE0EBA88}"/>
    <dgm:cxn modelId="{9BC9DC5F-AAFC-4856-B13E-5553AC466916}" type="presOf" srcId="{B09B4747-15B8-4EF0-A857-2458B2063E13}" destId="{5796A592-6D38-4AEE-9A01-C384C61EA115}" srcOrd="0" destOrd="0" presId="urn:microsoft.com/office/officeart/2018/2/layout/IconVerticalSolidList"/>
    <dgm:cxn modelId="{530ADF56-8ED1-43C4-9418-D4BCB01BD004}" type="presOf" srcId="{0B54059E-DB03-4B1F-B3F4-FB8ED14C4452}" destId="{032727A3-EE6B-4689-9C9B-A7728EE6E677}" srcOrd="0" destOrd="0" presId="urn:microsoft.com/office/officeart/2018/2/layout/IconVerticalSolidList"/>
    <dgm:cxn modelId="{7A5B3188-4F1B-4191-8A85-C509F0FDD1AE}" type="presOf" srcId="{65B64E24-E243-4C94-A56A-2571921082DD}" destId="{3F2DC030-E22F-47BC-96B9-69BFCF37EC6F}" srcOrd="0" destOrd="0" presId="urn:microsoft.com/office/officeart/2018/2/layout/IconVerticalSolidList"/>
    <dgm:cxn modelId="{B7D1A38D-652E-4A36-81B6-07B2BB3C9638}" srcId="{B09B4747-15B8-4EF0-A857-2458B2063E13}" destId="{CA000A67-BC11-47BF-8BC1-DE4DC768436A}" srcOrd="1" destOrd="0" parTransId="{6E08E8C8-EC7D-43A8-AA98-A40FF30D09C7}" sibTransId="{2BB11667-4D40-4BC2-AFC4-BF54FB801A91}"/>
    <dgm:cxn modelId="{041116BD-1715-4417-86E3-C667C7463D04}" type="presOf" srcId="{245AF2BB-AEB2-48F5-8C85-8BE86D2E1788}" destId="{2AB4C9D5-8BEC-48D5-A4FB-F51E59CD3E9A}" srcOrd="0" destOrd="0" presId="urn:microsoft.com/office/officeart/2018/2/layout/IconVerticalSolidList"/>
    <dgm:cxn modelId="{E2B9A4C8-025D-44B1-9515-72DAF8802036}" srcId="{B09B4747-15B8-4EF0-A857-2458B2063E13}" destId="{65B64E24-E243-4C94-A56A-2571921082DD}" srcOrd="6" destOrd="0" parTransId="{3FD476F3-2E6C-4AA9-BAE5-BD647FC6E506}" sibTransId="{03B42189-1A96-4882-97C5-429F515C6B89}"/>
    <dgm:cxn modelId="{92FCE3D6-BDB9-4545-9EE3-E8A8A6E5E9E1}" type="presOf" srcId="{CA000A67-BC11-47BF-8BC1-DE4DC768436A}" destId="{35A81344-F42C-4E07-B8D4-28868C1BF922}" srcOrd="0" destOrd="0" presId="urn:microsoft.com/office/officeart/2018/2/layout/IconVerticalSolidList"/>
    <dgm:cxn modelId="{E50A7DDC-DC44-4241-AC9E-281605D2C4C5}" type="presOf" srcId="{0C2A07D9-740D-42B3-AD3A-F7D398AFEAD0}" destId="{0C537E2D-4DF1-4B75-8CF4-38E782E24E97}" srcOrd="0" destOrd="0" presId="urn:microsoft.com/office/officeart/2018/2/layout/IconVerticalSolidList"/>
    <dgm:cxn modelId="{F95346E1-8CBF-4DB2-A5FA-3EE8A2061345}" srcId="{B09B4747-15B8-4EF0-A857-2458B2063E13}" destId="{0B54059E-DB03-4B1F-B3F4-FB8ED14C4452}" srcOrd="2" destOrd="0" parTransId="{5BD4A1B7-4CC9-4E51-B321-933313F70234}" sibTransId="{33E58C7A-6504-481A-A3D9-446E81C86A25}"/>
    <dgm:cxn modelId="{324CFBF3-75DA-4BE7-B8B4-61656229AB36}" type="presOf" srcId="{03D70C58-7378-47CB-86B9-779BFF63E293}" destId="{E72AB2DD-69AA-4C5C-9F4F-DA4903D0A868}" srcOrd="0" destOrd="0" presId="urn:microsoft.com/office/officeart/2018/2/layout/IconVerticalSolidList"/>
    <dgm:cxn modelId="{832539FD-9F91-4EA8-BA64-EC3A54CE7EC2}" srcId="{B09B4747-15B8-4EF0-A857-2458B2063E13}" destId="{03D70C58-7378-47CB-86B9-779BFF63E293}" srcOrd="0" destOrd="0" parTransId="{2363FB92-F3BC-474E-94DD-D1AC17CDE44B}" sibTransId="{36CD1EA3-159E-4F85-8F7D-FC769654A91E}"/>
    <dgm:cxn modelId="{9F7F831D-82F1-454B-904F-7521B7BBB3DC}" type="presParOf" srcId="{5796A592-6D38-4AEE-9A01-C384C61EA115}" destId="{8E3B455A-3B7B-4246-B03C-76544C5F7964}" srcOrd="0" destOrd="0" presId="urn:microsoft.com/office/officeart/2018/2/layout/IconVerticalSolidList"/>
    <dgm:cxn modelId="{1944F15D-F236-4513-BBEE-B0A573E5ADD9}" type="presParOf" srcId="{8E3B455A-3B7B-4246-B03C-76544C5F7964}" destId="{3C3DEA8B-1728-4AD7-A36D-0FFFD0394C4C}" srcOrd="0" destOrd="0" presId="urn:microsoft.com/office/officeart/2018/2/layout/IconVerticalSolidList"/>
    <dgm:cxn modelId="{1F3BE149-03A0-40E8-8EB3-2ABC7417242E}" type="presParOf" srcId="{8E3B455A-3B7B-4246-B03C-76544C5F7964}" destId="{54AA5D3B-BCD2-40EE-ADF7-CD60B5029A62}" srcOrd="1" destOrd="0" presId="urn:microsoft.com/office/officeart/2018/2/layout/IconVerticalSolidList"/>
    <dgm:cxn modelId="{ED09D2FD-5FDE-4853-BCA4-255534CFEC7F}" type="presParOf" srcId="{8E3B455A-3B7B-4246-B03C-76544C5F7964}" destId="{6363BB64-3AF0-487D-9DC2-888717B52432}" srcOrd="2" destOrd="0" presId="urn:microsoft.com/office/officeart/2018/2/layout/IconVerticalSolidList"/>
    <dgm:cxn modelId="{0AA1CD67-EE29-447A-8894-09C964A83DB3}" type="presParOf" srcId="{8E3B455A-3B7B-4246-B03C-76544C5F7964}" destId="{E72AB2DD-69AA-4C5C-9F4F-DA4903D0A868}" srcOrd="3" destOrd="0" presId="urn:microsoft.com/office/officeart/2018/2/layout/IconVerticalSolidList"/>
    <dgm:cxn modelId="{B8397FAC-68B4-42DE-8421-E7288B9CA64E}" type="presParOf" srcId="{5796A592-6D38-4AEE-9A01-C384C61EA115}" destId="{FF60A224-C50E-4445-A5A9-A33AAD0EF9A5}" srcOrd="1" destOrd="0" presId="urn:microsoft.com/office/officeart/2018/2/layout/IconVerticalSolidList"/>
    <dgm:cxn modelId="{EABFB1BF-7A31-4147-A375-C02944522AC2}" type="presParOf" srcId="{5796A592-6D38-4AEE-9A01-C384C61EA115}" destId="{69F365BC-6D90-41AC-8371-FDBC26C652D7}" srcOrd="2" destOrd="0" presId="urn:microsoft.com/office/officeart/2018/2/layout/IconVerticalSolidList"/>
    <dgm:cxn modelId="{CF53C1BA-B829-430E-AF2A-6AD900EB0913}" type="presParOf" srcId="{69F365BC-6D90-41AC-8371-FDBC26C652D7}" destId="{73E40312-5E5E-4929-BC08-1774EB04BBDF}" srcOrd="0" destOrd="0" presId="urn:microsoft.com/office/officeart/2018/2/layout/IconVerticalSolidList"/>
    <dgm:cxn modelId="{7E9D835E-BEA9-4161-A02F-4811A7234CBF}" type="presParOf" srcId="{69F365BC-6D90-41AC-8371-FDBC26C652D7}" destId="{DFA7FC1E-0642-496B-A8AA-FE1936F69EA9}" srcOrd="1" destOrd="0" presId="urn:microsoft.com/office/officeart/2018/2/layout/IconVerticalSolidList"/>
    <dgm:cxn modelId="{E1C421BC-5478-422B-AC65-A388C688D560}" type="presParOf" srcId="{69F365BC-6D90-41AC-8371-FDBC26C652D7}" destId="{1935E3A1-AC40-4E72-A8F3-8D3CBCDCC18B}" srcOrd="2" destOrd="0" presId="urn:microsoft.com/office/officeart/2018/2/layout/IconVerticalSolidList"/>
    <dgm:cxn modelId="{64F5FFE9-5CFB-4153-90E4-E753B31923DD}" type="presParOf" srcId="{69F365BC-6D90-41AC-8371-FDBC26C652D7}" destId="{35A81344-F42C-4E07-B8D4-28868C1BF922}" srcOrd="3" destOrd="0" presId="urn:microsoft.com/office/officeart/2018/2/layout/IconVerticalSolidList"/>
    <dgm:cxn modelId="{F3404153-1CF7-40F1-B33A-6CECBCB6702E}" type="presParOf" srcId="{5796A592-6D38-4AEE-9A01-C384C61EA115}" destId="{9C769672-E481-4CBB-960C-C4C68106D2BA}" srcOrd="3" destOrd="0" presId="urn:microsoft.com/office/officeart/2018/2/layout/IconVerticalSolidList"/>
    <dgm:cxn modelId="{91A403CD-0FB0-4436-9272-CFC10A1B21CD}" type="presParOf" srcId="{5796A592-6D38-4AEE-9A01-C384C61EA115}" destId="{2A1F9E84-8437-4ECA-A6E4-6481C30893EB}" srcOrd="4" destOrd="0" presId="urn:microsoft.com/office/officeart/2018/2/layout/IconVerticalSolidList"/>
    <dgm:cxn modelId="{85FC5AAB-6924-45D8-9601-2F3489A6F4BB}" type="presParOf" srcId="{2A1F9E84-8437-4ECA-A6E4-6481C30893EB}" destId="{6E0BE7FE-871F-4363-993A-E7AC1EB2430D}" srcOrd="0" destOrd="0" presId="urn:microsoft.com/office/officeart/2018/2/layout/IconVerticalSolidList"/>
    <dgm:cxn modelId="{6D5BAB14-C1E5-4DDE-B655-4B4424D4970F}" type="presParOf" srcId="{2A1F9E84-8437-4ECA-A6E4-6481C30893EB}" destId="{99B81B80-79CD-46C4-B2E8-AAFDCA9BABC3}" srcOrd="1" destOrd="0" presId="urn:microsoft.com/office/officeart/2018/2/layout/IconVerticalSolidList"/>
    <dgm:cxn modelId="{222F25F2-6822-4BFE-919E-49F4A6DC7E52}" type="presParOf" srcId="{2A1F9E84-8437-4ECA-A6E4-6481C30893EB}" destId="{30EED959-753E-45AA-BC33-7E59F91AEAF6}" srcOrd="2" destOrd="0" presId="urn:microsoft.com/office/officeart/2018/2/layout/IconVerticalSolidList"/>
    <dgm:cxn modelId="{6A000AC7-219C-4841-B9DA-A951BF2AD9E3}" type="presParOf" srcId="{2A1F9E84-8437-4ECA-A6E4-6481C30893EB}" destId="{032727A3-EE6B-4689-9C9B-A7728EE6E677}" srcOrd="3" destOrd="0" presId="urn:microsoft.com/office/officeart/2018/2/layout/IconVerticalSolidList"/>
    <dgm:cxn modelId="{A74AF9DF-9EE1-4000-B418-9B7695865052}" type="presParOf" srcId="{5796A592-6D38-4AEE-9A01-C384C61EA115}" destId="{BB4053CB-70B6-4736-B80D-93A04DB89231}" srcOrd="5" destOrd="0" presId="urn:microsoft.com/office/officeart/2018/2/layout/IconVerticalSolidList"/>
    <dgm:cxn modelId="{B07E63AD-F808-4518-AEB0-A3D53ABB9564}" type="presParOf" srcId="{5796A592-6D38-4AEE-9A01-C384C61EA115}" destId="{5AF3BF83-A990-4321-AB9E-D6176C485EA9}" srcOrd="6" destOrd="0" presId="urn:microsoft.com/office/officeart/2018/2/layout/IconVerticalSolidList"/>
    <dgm:cxn modelId="{A3287746-BDAD-439C-8B43-34F88FB347A9}" type="presParOf" srcId="{5AF3BF83-A990-4321-AB9E-D6176C485EA9}" destId="{1AE15FE7-5CB1-4949-B34C-89F853D4CD27}" srcOrd="0" destOrd="0" presId="urn:microsoft.com/office/officeart/2018/2/layout/IconVerticalSolidList"/>
    <dgm:cxn modelId="{7AC8E0DD-03F6-4902-8CF0-540967E44430}" type="presParOf" srcId="{5AF3BF83-A990-4321-AB9E-D6176C485EA9}" destId="{31B5A7C1-2BE9-4F40-BC6A-AB095EE63AC4}" srcOrd="1" destOrd="0" presId="urn:microsoft.com/office/officeart/2018/2/layout/IconVerticalSolidList"/>
    <dgm:cxn modelId="{D516DE9E-F66B-4400-BB7F-78CB7F355544}" type="presParOf" srcId="{5AF3BF83-A990-4321-AB9E-D6176C485EA9}" destId="{58D2990E-3199-40C2-8D79-1DC170E2D6FA}" srcOrd="2" destOrd="0" presId="urn:microsoft.com/office/officeart/2018/2/layout/IconVerticalSolidList"/>
    <dgm:cxn modelId="{80A7C658-D1F2-42C4-BB48-F936D8668390}" type="presParOf" srcId="{5AF3BF83-A990-4321-AB9E-D6176C485EA9}" destId="{90BF3929-5BD5-4883-8145-7A92CB90D421}" srcOrd="3" destOrd="0" presId="urn:microsoft.com/office/officeart/2018/2/layout/IconVerticalSolidList"/>
    <dgm:cxn modelId="{5B547857-CDDE-4399-85ED-2DB31B71F06F}" type="presParOf" srcId="{5796A592-6D38-4AEE-9A01-C384C61EA115}" destId="{2584F068-E961-4A58-AA38-A31A560DCFB6}" srcOrd="7" destOrd="0" presId="urn:microsoft.com/office/officeart/2018/2/layout/IconVerticalSolidList"/>
    <dgm:cxn modelId="{C2E18701-04A8-4BFB-BE96-CCC880CEAF8D}" type="presParOf" srcId="{5796A592-6D38-4AEE-9A01-C384C61EA115}" destId="{3752A917-1A64-456E-9CE4-AD8547E9F81E}" srcOrd="8" destOrd="0" presId="urn:microsoft.com/office/officeart/2018/2/layout/IconVerticalSolidList"/>
    <dgm:cxn modelId="{229943D8-F381-4BFD-B87D-18CE64EC7AEF}" type="presParOf" srcId="{3752A917-1A64-456E-9CE4-AD8547E9F81E}" destId="{F0D6C77E-1249-49B5-A1AC-B2C8947F0FFE}" srcOrd="0" destOrd="0" presId="urn:microsoft.com/office/officeart/2018/2/layout/IconVerticalSolidList"/>
    <dgm:cxn modelId="{7AF52354-452C-4150-BD9F-BEFC9217952B}" type="presParOf" srcId="{3752A917-1A64-456E-9CE4-AD8547E9F81E}" destId="{D0A3B17A-119E-4A33-968A-0102D58D45EF}" srcOrd="1" destOrd="0" presId="urn:microsoft.com/office/officeart/2018/2/layout/IconVerticalSolidList"/>
    <dgm:cxn modelId="{E674A811-477C-4EE9-8A92-1869A9FDA8D5}" type="presParOf" srcId="{3752A917-1A64-456E-9CE4-AD8547E9F81E}" destId="{3E5080FF-19F4-47C3-A22A-BCFB1A283786}" srcOrd="2" destOrd="0" presId="urn:microsoft.com/office/officeart/2018/2/layout/IconVerticalSolidList"/>
    <dgm:cxn modelId="{493E5B8B-8BEB-432F-A5CD-F3D008AA539E}" type="presParOf" srcId="{3752A917-1A64-456E-9CE4-AD8547E9F81E}" destId="{0C537E2D-4DF1-4B75-8CF4-38E782E24E97}" srcOrd="3" destOrd="0" presId="urn:microsoft.com/office/officeart/2018/2/layout/IconVerticalSolidList"/>
    <dgm:cxn modelId="{9F4CCC1B-8CD4-4D65-B40A-4E6A73F6505C}" type="presParOf" srcId="{5796A592-6D38-4AEE-9A01-C384C61EA115}" destId="{11454E88-0007-4D2A-A03C-3DC94F32484D}" srcOrd="9" destOrd="0" presId="urn:microsoft.com/office/officeart/2018/2/layout/IconVerticalSolidList"/>
    <dgm:cxn modelId="{5F109534-796D-44D4-8B14-51349CC04A15}" type="presParOf" srcId="{5796A592-6D38-4AEE-9A01-C384C61EA115}" destId="{050BBCE0-509F-4DA8-92E9-DC171738E16C}" srcOrd="10" destOrd="0" presId="urn:microsoft.com/office/officeart/2018/2/layout/IconVerticalSolidList"/>
    <dgm:cxn modelId="{7689FF77-C305-48C5-AFDD-42888F09D7F8}" type="presParOf" srcId="{050BBCE0-509F-4DA8-92E9-DC171738E16C}" destId="{EDB956D3-C788-40A9-883E-0D14513EFE2A}" srcOrd="0" destOrd="0" presId="urn:microsoft.com/office/officeart/2018/2/layout/IconVerticalSolidList"/>
    <dgm:cxn modelId="{32231D1A-CFA1-4C15-8EC6-70CBF99E56E1}" type="presParOf" srcId="{050BBCE0-509F-4DA8-92E9-DC171738E16C}" destId="{868B8C89-2C09-41BE-89BD-BBBFA6DDAA11}" srcOrd="1" destOrd="0" presId="urn:microsoft.com/office/officeart/2018/2/layout/IconVerticalSolidList"/>
    <dgm:cxn modelId="{CB177171-F8D4-4BA8-83DB-7355BA463DE3}" type="presParOf" srcId="{050BBCE0-509F-4DA8-92E9-DC171738E16C}" destId="{F6DFB9FF-0A81-421B-ABD7-8460A9E83F4A}" srcOrd="2" destOrd="0" presId="urn:microsoft.com/office/officeart/2018/2/layout/IconVerticalSolidList"/>
    <dgm:cxn modelId="{91CBF40F-A701-4C25-B116-4C9D625E2900}" type="presParOf" srcId="{050BBCE0-509F-4DA8-92E9-DC171738E16C}" destId="{2AB4C9D5-8BEC-48D5-A4FB-F51E59CD3E9A}" srcOrd="3" destOrd="0" presId="urn:microsoft.com/office/officeart/2018/2/layout/IconVerticalSolidList"/>
    <dgm:cxn modelId="{D22A95B8-6177-4399-AC7A-946700C891EA}" type="presParOf" srcId="{5796A592-6D38-4AEE-9A01-C384C61EA115}" destId="{FA22A1D0-2C2E-48BE-930A-AEC117210183}" srcOrd="11" destOrd="0" presId="urn:microsoft.com/office/officeart/2018/2/layout/IconVerticalSolidList"/>
    <dgm:cxn modelId="{9CDAFD01-ED54-477E-9262-D02924403F66}" type="presParOf" srcId="{5796A592-6D38-4AEE-9A01-C384C61EA115}" destId="{448777E6-8944-4E73-9111-91FA69FEAEAE}" srcOrd="12" destOrd="0" presId="urn:microsoft.com/office/officeart/2018/2/layout/IconVerticalSolidList"/>
    <dgm:cxn modelId="{63D3D55A-8499-4FBB-81A8-4C837475E612}" type="presParOf" srcId="{448777E6-8944-4E73-9111-91FA69FEAEAE}" destId="{CA01E5BD-2264-4126-A20A-77F128DC4D7C}" srcOrd="0" destOrd="0" presId="urn:microsoft.com/office/officeart/2018/2/layout/IconVerticalSolidList"/>
    <dgm:cxn modelId="{5375D25A-80B7-4A89-A813-D73BA6A450CB}" type="presParOf" srcId="{448777E6-8944-4E73-9111-91FA69FEAEAE}" destId="{0801056F-866B-40BC-8A7B-2D5E59CBB3E6}" srcOrd="1" destOrd="0" presId="urn:microsoft.com/office/officeart/2018/2/layout/IconVerticalSolidList"/>
    <dgm:cxn modelId="{FC8CB073-C766-4F6B-A490-616E34C87DD4}" type="presParOf" srcId="{448777E6-8944-4E73-9111-91FA69FEAEAE}" destId="{2C50F4A4-DB1A-4503-B78E-F9434D7D2A1D}" srcOrd="2" destOrd="0" presId="urn:microsoft.com/office/officeart/2018/2/layout/IconVerticalSolidList"/>
    <dgm:cxn modelId="{AF1B4907-85D9-4022-8E34-D0E8AB07B34D}" type="presParOf" srcId="{448777E6-8944-4E73-9111-91FA69FEAEAE}" destId="{3F2DC030-E22F-47BC-96B9-69BFCF37EC6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86D808E-EBDD-4145-BB00-107AB7E8993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ACA95D-459D-4883-BCA6-55F1323568D6}">
      <dgm:prSet/>
      <dgm:spPr/>
      <dgm:t>
        <a:bodyPr/>
        <a:lstStyle/>
        <a:p>
          <a:r>
            <a:rPr lang="pt-BR" dirty="0"/>
            <a:t>1. Crie uma pasta do projeto no seu computador.</a:t>
          </a:r>
          <a:endParaRPr lang="en-US" dirty="0"/>
        </a:p>
      </dgm:t>
    </dgm:pt>
    <dgm:pt modelId="{A47F6B94-665D-4FC3-B8D5-35AC7CAA242D}" type="parTrans" cxnId="{F8A6DE7F-D372-4813-A7CA-0A6B20228743}">
      <dgm:prSet/>
      <dgm:spPr/>
      <dgm:t>
        <a:bodyPr/>
        <a:lstStyle/>
        <a:p>
          <a:endParaRPr lang="en-US"/>
        </a:p>
      </dgm:t>
    </dgm:pt>
    <dgm:pt modelId="{99B2A923-0964-4EA6-88F7-7F759B4F6EEF}" type="sibTrans" cxnId="{F8A6DE7F-D372-4813-A7CA-0A6B20228743}">
      <dgm:prSet/>
      <dgm:spPr/>
      <dgm:t>
        <a:bodyPr/>
        <a:lstStyle/>
        <a:p>
          <a:endParaRPr lang="en-US"/>
        </a:p>
      </dgm:t>
    </dgm:pt>
    <dgm:pt modelId="{6FA4E255-6C11-436F-AD57-EF309E479593}">
      <dgm:prSet/>
      <dgm:spPr/>
      <dgm:t>
        <a:bodyPr/>
        <a:lstStyle/>
        <a:p>
          <a:r>
            <a:rPr lang="pt-BR" dirty="0"/>
            <a:t>2. Copie o código HTML, CSS e JS para essa pasta.</a:t>
          </a:r>
          <a:endParaRPr lang="en-US" dirty="0"/>
        </a:p>
      </dgm:t>
    </dgm:pt>
    <dgm:pt modelId="{5E06C9E0-A6C5-44C8-9BC4-83391548419C}" type="parTrans" cxnId="{B19FEC83-1DE7-4808-A78B-AFA9443C8163}">
      <dgm:prSet/>
      <dgm:spPr/>
      <dgm:t>
        <a:bodyPr/>
        <a:lstStyle/>
        <a:p>
          <a:endParaRPr lang="en-US"/>
        </a:p>
      </dgm:t>
    </dgm:pt>
    <dgm:pt modelId="{EE166CCC-E5AC-4BC3-9F92-5017A3F71325}" type="sibTrans" cxnId="{B19FEC83-1DE7-4808-A78B-AFA9443C8163}">
      <dgm:prSet/>
      <dgm:spPr/>
      <dgm:t>
        <a:bodyPr/>
        <a:lstStyle/>
        <a:p>
          <a:endParaRPr lang="en-US"/>
        </a:p>
      </dgm:t>
    </dgm:pt>
    <dgm:pt modelId="{A9C7368D-7553-427D-AA43-0032F847E307}">
      <dgm:prSet/>
      <dgm:spPr/>
      <dgm:t>
        <a:bodyPr/>
        <a:lstStyle/>
        <a:p>
          <a:r>
            <a:rPr lang="pt-BR" dirty="0"/>
            <a:t>3. Crie subpastas como /src/js e salve o arquivo main.js lá.</a:t>
          </a:r>
          <a:endParaRPr lang="en-US" dirty="0"/>
        </a:p>
      </dgm:t>
    </dgm:pt>
    <dgm:pt modelId="{921AB369-B157-46FA-9F95-967D60E227CE}" type="parTrans" cxnId="{B78C831B-9DFA-4093-9804-4F255C1BCB02}">
      <dgm:prSet/>
      <dgm:spPr/>
      <dgm:t>
        <a:bodyPr/>
        <a:lstStyle/>
        <a:p>
          <a:endParaRPr lang="en-US"/>
        </a:p>
      </dgm:t>
    </dgm:pt>
    <dgm:pt modelId="{F9EF6948-A6CA-4249-AC20-60B7A663946A}" type="sibTrans" cxnId="{B78C831B-9DFA-4093-9804-4F255C1BCB02}">
      <dgm:prSet/>
      <dgm:spPr/>
      <dgm:t>
        <a:bodyPr/>
        <a:lstStyle/>
        <a:p>
          <a:endParaRPr lang="en-US"/>
        </a:p>
      </dgm:t>
    </dgm:pt>
    <dgm:pt modelId="{9CC792AD-9D6A-40C0-BF9D-EB0E1EFDC2B4}">
      <dgm:prSet/>
      <dgm:spPr/>
      <dgm:t>
        <a:bodyPr/>
        <a:lstStyle/>
        <a:p>
          <a:r>
            <a:rPr lang="pt-BR" dirty="0"/>
            <a:t>4. Instale o Bootstrap via npm: npm install bootstrap --save</a:t>
          </a:r>
          <a:endParaRPr lang="en-US" dirty="0"/>
        </a:p>
      </dgm:t>
    </dgm:pt>
    <dgm:pt modelId="{43AAE7B2-11E9-4819-9C22-70F89AB41557}" type="parTrans" cxnId="{793A58F2-45F6-4E4A-A9EC-4686540B20F6}">
      <dgm:prSet/>
      <dgm:spPr/>
      <dgm:t>
        <a:bodyPr/>
        <a:lstStyle/>
        <a:p>
          <a:endParaRPr lang="en-US"/>
        </a:p>
      </dgm:t>
    </dgm:pt>
    <dgm:pt modelId="{87A5AFB1-0658-4402-AB0F-13AFA38E0BED}" type="sibTrans" cxnId="{793A58F2-45F6-4E4A-A9EC-4686540B20F6}">
      <dgm:prSet/>
      <dgm:spPr/>
      <dgm:t>
        <a:bodyPr/>
        <a:lstStyle/>
        <a:p>
          <a:endParaRPr lang="en-US"/>
        </a:p>
      </dgm:t>
    </dgm:pt>
    <dgm:pt modelId="{5DD3C830-B493-4F84-8C42-8052C1F36962}">
      <dgm:prSet/>
      <dgm:spPr/>
      <dgm:t>
        <a:bodyPr/>
        <a:lstStyle/>
        <a:p>
          <a:r>
            <a:rPr lang="pt-BR" dirty="0"/>
            <a:t>5. Execute o projeto abrindo o HTML em um navegador.</a:t>
          </a:r>
          <a:endParaRPr lang="en-US" dirty="0"/>
        </a:p>
      </dgm:t>
    </dgm:pt>
    <dgm:pt modelId="{ECF81E0E-4B67-4354-9C3B-5E11664B1969}" type="parTrans" cxnId="{FA57E19B-3545-4ECC-9053-018BA1F4F0C2}">
      <dgm:prSet/>
      <dgm:spPr/>
      <dgm:t>
        <a:bodyPr/>
        <a:lstStyle/>
        <a:p>
          <a:endParaRPr lang="en-US"/>
        </a:p>
      </dgm:t>
    </dgm:pt>
    <dgm:pt modelId="{687A86B5-E13B-422E-BF4A-C851C8097542}" type="sibTrans" cxnId="{FA57E19B-3545-4ECC-9053-018BA1F4F0C2}">
      <dgm:prSet/>
      <dgm:spPr/>
      <dgm:t>
        <a:bodyPr/>
        <a:lstStyle/>
        <a:p>
          <a:endParaRPr lang="en-US"/>
        </a:p>
      </dgm:t>
    </dgm:pt>
    <dgm:pt modelId="{F4AFB9F5-ECF8-42C5-B519-83DE5D16428F}" type="pres">
      <dgm:prSet presAssocID="{D86D808E-EBDD-4145-BB00-107AB7E8993E}" presName="linear" presStyleCnt="0">
        <dgm:presLayoutVars>
          <dgm:animLvl val="lvl"/>
          <dgm:resizeHandles val="exact"/>
        </dgm:presLayoutVars>
      </dgm:prSet>
      <dgm:spPr/>
    </dgm:pt>
    <dgm:pt modelId="{E75293D8-7252-48FC-A2A4-FE242E41F9FF}" type="pres">
      <dgm:prSet presAssocID="{C3ACA95D-459D-4883-BCA6-55F1323568D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0E1689F-FA40-4916-ADFF-037F1C349768}" type="pres">
      <dgm:prSet presAssocID="{99B2A923-0964-4EA6-88F7-7F759B4F6EEF}" presName="spacer" presStyleCnt="0"/>
      <dgm:spPr/>
    </dgm:pt>
    <dgm:pt modelId="{4DC5326E-548E-41E8-BA74-2CBA4A64F482}" type="pres">
      <dgm:prSet presAssocID="{6FA4E255-6C11-436F-AD57-EF309E47959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DB56FC8-1947-4D3A-8486-010D50D4AF2C}" type="pres">
      <dgm:prSet presAssocID="{EE166CCC-E5AC-4BC3-9F92-5017A3F71325}" presName="spacer" presStyleCnt="0"/>
      <dgm:spPr/>
    </dgm:pt>
    <dgm:pt modelId="{35953E07-94F7-4594-815F-03A4BCF75314}" type="pres">
      <dgm:prSet presAssocID="{A9C7368D-7553-427D-AA43-0032F847E30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B375286-3D83-4E56-A116-079690797D9A}" type="pres">
      <dgm:prSet presAssocID="{F9EF6948-A6CA-4249-AC20-60B7A663946A}" presName="spacer" presStyleCnt="0"/>
      <dgm:spPr/>
    </dgm:pt>
    <dgm:pt modelId="{4EA6D045-8E5D-493D-AB5D-C976DE3F222E}" type="pres">
      <dgm:prSet presAssocID="{9CC792AD-9D6A-40C0-BF9D-EB0E1EFDC2B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9485A8B-C9BF-4638-9C7A-456F5C73810C}" type="pres">
      <dgm:prSet presAssocID="{87A5AFB1-0658-4402-AB0F-13AFA38E0BED}" presName="spacer" presStyleCnt="0"/>
      <dgm:spPr/>
    </dgm:pt>
    <dgm:pt modelId="{7186C088-0BED-4F7A-8E57-7F81712934AB}" type="pres">
      <dgm:prSet presAssocID="{5DD3C830-B493-4F84-8C42-8052C1F3696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3BDA317-0CEE-437D-9194-57A8FCA6156A}" type="presOf" srcId="{D86D808E-EBDD-4145-BB00-107AB7E8993E}" destId="{F4AFB9F5-ECF8-42C5-B519-83DE5D16428F}" srcOrd="0" destOrd="0" presId="urn:microsoft.com/office/officeart/2005/8/layout/vList2"/>
    <dgm:cxn modelId="{B78C831B-9DFA-4093-9804-4F255C1BCB02}" srcId="{D86D808E-EBDD-4145-BB00-107AB7E8993E}" destId="{A9C7368D-7553-427D-AA43-0032F847E307}" srcOrd="2" destOrd="0" parTransId="{921AB369-B157-46FA-9F95-967D60E227CE}" sibTransId="{F9EF6948-A6CA-4249-AC20-60B7A663946A}"/>
    <dgm:cxn modelId="{918FD334-04BC-4138-8458-9E3C3AAAB72A}" type="presOf" srcId="{9CC792AD-9D6A-40C0-BF9D-EB0E1EFDC2B4}" destId="{4EA6D045-8E5D-493D-AB5D-C976DE3F222E}" srcOrd="0" destOrd="0" presId="urn:microsoft.com/office/officeart/2005/8/layout/vList2"/>
    <dgm:cxn modelId="{EAB72371-4A5A-42DF-BFAD-AA39F447589D}" type="presOf" srcId="{C3ACA95D-459D-4883-BCA6-55F1323568D6}" destId="{E75293D8-7252-48FC-A2A4-FE242E41F9FF}" srcOrd="0" destOrd="0" presId="urn:microsoft.com/office/officeart/2005/8/layout/vList2"/>
    <dgm:cxn modelId="{3A95DD75-A568-465D-AF44-E0F6A2145054}" type="presOf" srcId="{A9C7368D-7553-427D-AA43-0032F847E307}" destId="{35953E07-94F7-4594-815F-03A4BCF75314}" srcOrd="0" destOrd="0" presId="urn:microsoft.com/office/officeart/2005/8/layout/vList2"/>
    <dgm:cxn modelId="{F8A6DE7F-D372-4813-A7CA-0A6B20228743}" srcId="{D86D808E-EBDD-4145-BB00-107AB7E8993E}" destId="{C3ACA95D-459D-4883-BCA6-55F1323568D6}" srcOrd="0" destOrd="0" parTransId="{A47F6B94-665D-4FC3-B8D5-35AC7CAA242D}" sibTransId="{99B2A923-0964-4EA6-88F7-7F759B4F6EEF}"/>
    <dgm:cxn modelId="{B19FEC83-1DE7-4808-A78B-AFA9443C8163}" srcId="{D86D808E-EBDD-4145-BB00-107AB7E8993E}" destId="{6FA4E255-6C11-436F-AD57-EF309E479593}" srcOrd="1" destOrd="0" parTransId="{5E06C9E0-A6C5-44C8-9BC4-83391548419C}" sibTransId="{EE166CCC-E5AC-4BC3-9F92-5017A3F71325}"/>
    <dgm:cxn modelId="{17B20691-536F-41A3-816D-A795BA0D9634}" type="presOf" srcId="{5DD3C830-B493-4F84-8C42-8052C1F36962}" destId="{7186C088-0BED-4F7A-8E57-7F81712934AB}" srcOrd="0" destOrd="0" presId="urn:microsoft.com/office/officeart/2005/8/layout/vList2"/>
    <dgm:cxn modelId="{FA57E19B-3545-4ECC-9053-018BA1F4F0C2}" srcId="{D86D808E-EBDD-4145-BB00-107AB7E8993E}" destId="{5DD3C830-B493-4F84-8C42-8052C1F36962}" srcOrd="4" destOrd="0" parTransId="{ECF81E0E-4B67-4354-9C3B-5E11664B1969}" sibTransId="{687A86B5-E13B-422E-BF4A-C851C8097542}"/>
    <dgm:cxn modelId="{F3CB5CA9-1977-4AE3-A433-82BF04D6FAE8}" type="presOf" srcId="{6FA4E255-6C11-436F-AD57-EF309E479593}" destId="{4DC5326E-548E-41E8-BA74-2CBA4A64F482}" srcOrd="0" destOrd="0" presId="urn:microsoft.com/office/officeart/2005/8/layout/vList2"/>
    <dgm:cxn modelId="{793A58F2-45F6-4E4A-A9EC-4686540B20F6}" srcId="{D86D808E-EBDD-4145-BB00-107AB7E8993E}" destId="{9CC792AD-9D6A-40C0-BF9D-EB0E1EFDC2B4}" srcOrd="3" destOrd="0" parTransId="{43AAE7B2-11E9-4819-9C22-70F89AB41557}" sibTransId="{87A5AFB1-0658-4402-AB0F-13AFA38E0BED}"/>
    <dgm:cxn modelId="{5F46A66E-7CBB-420A-B5E2-470896BB1CEB}" type="presParOf" srcId="{F4AFB9F5-ECF8-42C5-B519-83DE5D16428F}" destId="{E75293D8-7252-48FC-A2A4-FE242E41F9FF}" srcOrd="0" destOrd="0" presId="urn:microsoft.com/office/officeart/2005/8/layout/vList2"/>
    <dgm:cxn modelId="{58FFDA26-0BE7-4474-902D-B3F37AF1639C}" type="presParOf" srcId="{F4AFB9F5-ECF8-42C5-B519-83DE5D16428F}" destId="{60E1689F-FA40-4916-ADFF-037F1C349768}" srcOrd="1" destOrd="0" presId="urn:microsoft.com/office/officeart/2005/8/layout/vList2"/>
    <dgm:cxn modelId="{BC529E06-5A1B-4827-BA4E-E776F619EF0B}" type="presParOf" srcId="{F4AFB9F5-ECF8-42C5-B519-83DE5D16428F}" destId="{4DC5326E-548E-41E8-BA74-2CBA4A64F482}" srcOrd="2" destOrd="0" presId="urn:microsoft.com/office/officeart/2005/8/layout/vList2"/>
    <dgm:cxn modelId="{10A2E2D5-FE3E-4952-87E8-A30620E55D5E}" type="presParOf" srcId="{F4AFB9F5-ECF8-42C5-B519-83DE5D16428F}" destId="{1DB56FC8-1947-4D3A-8486-010D50D4AF2C}" srcOrd="3" destOrd="0" presId="urn:microsoft.com/office/officeart/2005/8/layout/vList2"/>
    <dgm:cxn modelId="{2E937A5D-3C4F-4CE0-BE43-A835DC6B064E}" type="presParOf" srcId="{F4AFB9F5-ECF8-42C5-B519-83DE5D16428F}" destId="{35953E07-94F7-4594-815F-03A4BCF75314}" srcOrd="4" destOrd="0" presId="urn:microsoft.com/office/officeart/2005/8/layout/vList2"/>
    <dgm:cxn modelId="{8709AF77-B840-4CA6-AF81-85705CF9DB80}" type="presParOf" srcId="{F4AFB9F5-ECF8-42C5-B519-83DE5D16428F}" destId="{DB375286-3D83-4E56-A116-079690797D9A}" srcOrd="5" destOrd="0" presId="urn:microsoft.com/office/officeart/2005/8/layout/vList2"/>
    <dgm:cxn modelId="{45A9DA88-61BE-4473-906A-A86F4641879A}" type="presParOf" srcId="{F4AFB9F5-ECF8-42C5-B519-83DE5D16428F}" destId="{4EA6D045-8E5D-493D-AB5D-C976DE3F222E}" srcOrd="6" destOrd="0" presId="urn:microsoft.com/office/officeart/2005/8/layout/vList2"/>
    <dgm:cxn modelId="{E80AE3AF-3463-4DA1-A1A8-0CEB19E16EFF}" type="presParOf" srcId="{F4AFB9F5-ECF8-42C5-B519-83DE5D16428F}" destId="{C9485A8B-C9BF-4638-9C7A-456F5C73810C}" srcOrd="7" destOrd="0" presId="urn:microsoft.com/office/officeart/2005/8/layout/vList2"/>
    <dgm:cxn modelId="{ECCF3B5F-1D81-45BD-97C2-81E366BD20C1}" type="presParOf" srcId="{F4AFB9F5-ECF8-42C5-B519-83DE5D16428F}" destId="{7186C088-0BED-4F7A-8E57-7F81712934A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0801C56-F56F-428E-916E-B5EB985BAA7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BA631C9-037F-4231-B256-8EBB8959F08A}">
      <dgm:prSet/>
      <dgm:spPr/>
      <dgm:t>
        <a:bodyPr/>
        <a:lstStyle/>
        <a:p>
          <a:pPr>
            <a:defRPr cap="all"/>
          </a:pPr>
          <a:r>
            <a:rPr lang="pt-BR" dirty="0"/>
            <a:t>• Captura o CEP digitado pelo usuário.</a:t>
          </a:r>
          <a:endParaRPr lang="en-US" dirty="0"/>
        </a:p>
      </dgm:t>
    </dgm:pt>
    <dgm:pt modelId="{ADF62E8A-4D03-4079-B7B0-8EB1C813D12A}" type="parTrans" cxnId="{D3ECBF3E-1A09-44E3-A61A-7085EAA2B592}">
      <dgm:prSet/>
      <dgm:spPr/>
      <dgm:t>
        <a:bodyPr/>
        <a:lstStyle/>
        <a:p>
          <a:endParaRPr lang="en-US"/>
        </a:p>
      </dgm:t>
    </dgm:pt>
    <dgm:pt modelId="{A9D27153-8EE9-43E6-9A44-580C0D0021AF}" type="sibTrans" cxnId="{D3ECBF3E-1A09-44E3-A61A-7085EAA2B592}">
      <dgm:prSet/>
      <dgm:spPr/>
      <dgm:t>
        <a:bodyPr/>
        <a:lstStyle/>
        <a:p>
          <a:endParaRPr lang="en-US"/>
        </a:p>
      </dgm:t>
    </dgm:pt>
    <dgm:pt modelId="{150FB55A-8033-451A-8524-18D7A7EFBF09}">
      <dgm:prSet/>
      <dgm:spPr/>
      <dgm:t>
        <a:bodyPr/>
        <a:lstStyle/>
        <a:p>
          <a:pPr>
            <a:defRPr cap="all"/>
          </a:pPr>
          <a:r>
            <a:rPr lang="pt-BR" dirty="0"/>
            <a:t>• Remove caracteres desnecessários (ex: hífen).</a:t>
          </a:r>
          <a:endParaRPr lang="en-US" dirty="0"/>
        </a:p>
      </dgm:t>
    </dgm:pt>
    <dgm:pt modelId="{B71EC8F7-6AAD-4502-B3EC-42CC32D12D59}" type="parTrans" cxnId="{608ABE85-6A40-4E77-BCBA-9B42B143B5E0}">
      <dgm:prSet/>
      <dgm:spPr/>
      <dgm:t>
        <a:bodyPr/>
        <a:lstStyle/>
        <a:p>
          <a:endParaRPr lang="en-US"/>
        </a:p>
      </dgm:t>
    </dgm:pt>
    <dgm:pt modelId="{CE29A1B9-8EB2-4A09-8089-75C8647352AE}" type="sibTrans" cxnId="{608ABE85-6A40-4E77-BCBA-9B42B143B5E0}">
      <dgm:prSet/>
      <dgm:spPr/>
      <dgm:t>
        <a:bodyPr/>
        <a:lstStyle/>
        <a:p>
          <a:endParaRPr lang="en-US"/>
        </a:p>
      </dgm:t>
    </dgm:pt>
    <dgm:pt modelId="{8D09CAAA-DDCF-4131-B624-8B83956866E1}">
      <dgm:prSet/>
      <dgm:spPr/>
      <dgm:t>
        <a:bodyPr/>
        <a:lstStyle/>
        <a:p>
          <a:pPr>
            <a:defRPr cap="all"/>
          </a:pPr>
          <a:r>
            <a:rPr lang="pt-BR" dirty="0"/>
            <a:t>• Faz uma requisição GET para a API ViaCEP.</a:t>
          </a:r>
          <a:endParaRPr lang="en-US" dirty="0"/>
        </a:p>
      </dgm:t>
    </dgm:pt>
    <dgm:pt modelId="{81C7F0C2-9AB6-4007-83A0-A529461464F6}" type="parTrans" cxnId="{D0A96555-B40F-4F20-88DC-ED762281E023}">
      <dgm:prSet/>
      <dgm:spPr/>
      <dgm:t>
        <a:bodyPr/>
        <a:lstStyle/>
        <a:p>
          <a:endParaRPr lang="en-US"/>
        </a:p>
      </dgm:t>
    </dgm:pt>
    <dgm:pt modelId="{F5CD9B62-41DB-4105-B9E7-5096D1D773C7}" type="sibTrans" cxnId="{D0A96555-B40F-4F20-88DC-ED762281E023}">
      <dgm:prSet/>
      <dgm:spPr/>
      <dgm:t>
        <a:bodyPr/>
        <a:lstStyle/>
        <a:p>
          <a:endParaRPr lang="en-US"/>
        </a:p>
      </dgm:t>
    </dgm:pt>
    <dgm:pt modelId="{0A5A2141-94DA-4598-A248-58298275C269}">
      <dgm:prSet/>
      <dgm:spPr/>
      <dgm:t>
        <a:bodyPr/>
        <a:lstStyle/>
        <a:p>
          <a:pPr>
            <a:defRPr cap="all"/>
          </a:pPr>
          <a:r>
            <a:rPr lang="pt-BR" dirty="0"/>
            <a:t>• Ao receber a resposta, preenche os campos do Fomulário </a:t>
          </a:r>
          <a:endParaRPr lang="en-US" dirty="0"/>
        </a:p>
      </dgm:t>
    </dgm:pt>
    <dgm:pt modelId="{32D46703-E6BF-4605-81B1-0C5193C87474}" type="parTrans" cxnId="{FF7F5785-70AE-4E78-B859-6D57593E8683}">
      <dgm:prSet/>
      <dgm:spPr/>
      <dgm:t>
        <a:bodyPr/>
        <a:lstStyle/>
        <a:p>
          <a:endParaRPr lang="en-US"/>
        </a:p>
      </dgm:t>
    </dgm:pt>
    <dgm:pt modelId="{19AD0B1C-DDE7-4DC9-A888-5AEDCF0BE025}" type="sibTrans" cxnId="{FF7F5785-70AE-4E78-B859-6D57593E8683}">
      <dgm:prSet/>
      <dgm:spPr/>
      <dgm:t>
        <a:bodyPr/>
        <a:lstStyle/>
        <a:p>
          <a:endParaRPr lang="en-US"/>
        </a:p>
      </dgm:t>
    </dgm:pt>
    <dgm:pt modelId="{4979D3B9-EF2C-4907-AC66-62298C447669}">
      <dgm:prSet/>
      <dgm:spPr/>
      <dgm:t>
        <a:bodyPr/>
        <a:lstStyle/>
        <a:p>
          <a:pPr>
            <a:defRPr cap="all"/>
          </a:pPr>
          <a:r>
            <a:rPr lang="en-US" dirty="0"/>
            <a:t>• </a:t>
          </a:r>
          <a:r>
            <a:rPr lang="pt-BR" dirty="0"/>
            <a:t>formulário.</a:t>
          </a:r>
          <a:endParaRPr lang="en-US" dirty="0"/>
        </a:p>
      </dgm:t>
    </dgm:pt>
    <dgm:pt modelId="{223557DD-C478-481A-90EA-0C33366BC1A9}" type="parTrans" cxnId="{84E9D4F1-AD57-4892-8951-9E43CEA2CF0D}">
      <dgm:prSet/>
      <dgm:spPr/>
      <dgm:t>
        <a:bodyPr/>
        <a:lstStyle/>
        <a:p>
          <a:endParaRPr lang="en-US"/>
        </a:p>
      </dgm:t>
    </dgm:pt>
    <dgm:pt modelId="{0FF424E8-8545-4CDB-BC62-1E2E1CE5B5D7}" type="sibTrans" cxnId="{84E9D4F1-AD57-4892-8951-9E43CEA2CF0D}">
      <dgm:prSet/>
      <dgm:spPr/>
      <dgm:t>
        <a:bodyPr/>
        <a:lstStyle/>
        <a:p>
          <a:endParaRPr lang="en-US"/>
        </a:p>
      </dgm:t>
    </dgm:pt>
    <dgm:pt modelId="{EABAA259-4F55-4B58-864B-912759194FAB}">
      <dgm:prSet/>
      <dgm:spPr/>
      <dgm:t>
        <a:bodyPr/>
        <a:lstStyle/>
        <a:p>
          <a:pPr>
            <a:defRPr cap="all"/>
          </a:pPr>
          <a:r>
            <a:rPr lang="pt-BR" dirty="0"/>
            <a:t>• Se houver erro, exibe mensagem no console.</a:t>
          </a:r>
          <a:endParaRPr lang="en-US" dirty="0"/>
        </a:p>
      </dgm:t>
    </dgm:pt>
    <dgm:pt modelId="{41E51EB9-3B8D-49C8-989C-194FE5CFF660}" type="parTrans" cxnId="{8E085051-28EB-4986-8D7D-0811987A76C2}">
      <dgm:prSet/>
      <dgm:spPr/>
      <dgm:t>
        <a:bodyPr/>
        <a:lstStyle/>
        <a:p>
          <a:endParaRPr lang="en-US"/>
        </a:p>
      </dgm:t>
    </dgm:pt>
    <dgm:pt modelId="{7249E5D3-19B8-44B2-B456-813514989B70}" type="sibTrans" cxnId="{8E085051-28EB-4986-8D7D-0811987A76C2}">
      <dgm:prSet/>
      <dgm:spPr/>
      <dgm:t>
        <a:bodyPr/>
        <a:lstStyle/>
        <a:p>
          <a:endParaRPr lang="en-US"/>
        </a:p>
      </dgm:t>
    </dgm:pt>
    <dgm:pt modelId="{C3509000-0F13-4A79-AE6E-9AD7886BB0F0}" type="pres">
      <dgm:prSet presAssocID="{50801C56-F56F-428E-916E-B5EB985BAA76}" presName="root" presStyleCnt="0">
        <dgm:presLayoutVars>
          <dgm:dir/>
          <dgm:resizeHandles val="exact"/>
        </dgm:presLayoutVars>
      </dgm:prSet>
      <dgm:spPr/>
    </dgm:pt>
    <dgm:pt modelId="{D4788E23-6234-43C1-85CD-B328B7AAA3CD}" type="pres">
      <dgm:prSet presAssocID="{4BA631C9-037F-4231-B256-8EBB8959F08A}" presName="compNode" presStyleCnt="0"/>
      <dgm:spPr/>
    </dgm:pt>
    <dgm:pt modelId="{0EB8B626-9E27-4113-9F91-EEDDD8F74639}" type="pres">
      <dgm:prSet presAssocID="{4BA631C9-037F-4231-B256-8EBB8959F08A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A4BED318-31B2-49A1-8CE9-5BA37C769ADA}" type="pres">
      <dgm:prSet presAssocID="{4BA631C9-037F-4231-B256-8EBB8959F08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ário"/>
        </a:ext>
      </dgm:extLst>
    </dgm:pt>
    <dgm:pt modelId="{AA7B48BF-C354-457F-A664-6F1BC7B5C8D4}" type="pres">
      <dgm:prSet presAssocID="{4BA631C9-037F-4231-B256-8EBB8959F08A}" presName="spaceRect" presStyleCnt="0"/>
      <dgm:spPr/>
    </dgm:pt>
    <dgm:pt modelId="{86EE30EB-AC16-4709-AD64-E67A42B0CD30}" type="pres">
      <dgm:prSet presAssocID="{4BA631C9-037F-4231-B256-8EBB8959F08A}" presName="textRect" presStyleLbl="revTx" presStyleIdx="0" presStyleCnt="6">
        <dgm:presLayoutVars>
          <dgm:chMax val="1"/>
          <dgm:chPref val="1"/>
        </dgm:presLayoutVars>
      </dgm:prSet>
      <dgm:spPr/>
    </dgm:pt>
    <dgm:pt modelId="{8F594284-8AD3-439C-99C4-660228A1BD56}" type="pres">
      <dgm:prSet presAssocID="{A9D27153-8EE9-43E6-9A44-580C0D0021AF}" presName="sibTrans" presStyleCnt="0"/>
      <dgm:spPr/>
    </dgm:pt>
    <dgm:pt modelId="{3D9BEE60-940F-4B44-8718-95CA46C8A333}" type="pres">
      <dgm:prSet presAssocID="{150FB55A-8033-451A-8524-18D7A7EFBF09}" presName="compNode" presStyleCnt="0"/>
      <dgm:spPr/>
    </dgm:pt>
    <dgm:pt modelId="{0F81CE01-183E-4B69-ADD6-8A806C513A73}" type="pres">
      <dgm:prSet presAssocID="{150FB55A-8033-451A-8524-18D7A7EFBF09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D1165682-A139-47D8-9D24-C198D349911C}" type="pres">
      <dgm:prSet presAssocID="{150FB55A-8033-451A-8524-18D7A7EFBF0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inito"/>
        </a:ext>
      </dgm:extLst>
    </dgm:pt>
    <dgm:pt modelId="{73178240-C0DE-461F-9437-6DA4F708119B}" type="pres">
      <dgm:prSet presAssocID="{150FB55A-8033-451A-8524-18D7A7EFBF09}" presName="spaceRect" presStyleCnt="0"/>
      <dgm:spPr/>
    </dgm:pt>
    <dgm:pt modelId="{2ABE4DE3-585F-4BC3-8159-0CC5BAF4C1E7}" type="pres">
      <dgm:prSet presAssocID="{150FB55A-8033-451A-8524-18D7A7EFBF09}" presName="textRect" presStyleLbl="revTx" presStyleIdx="1" presStyleCnt="6">
        <dgm:presLayoutVars>
          <dgm:chMax val="1"/>
          <dgm:chPref val="1"/>
        </dgm:presLayoutVars>
      </dgm:prSet>
      <dgm:spPr/>
    </dgm:pt>
    <dgm:pt modelId="{827FAEF1-139C-4868-808C-CA7191999B3B}" type="pres">
      <dgm:prSet presAssocID="{CE29A1B9-8EB2-4A09-8089-75C8647352AE}" presName="sibTrans" presStyleCnt="0"/>
      <dgm:spPr/>
    </dgm:pt>
    <dgm:pt modelId="{91BB50B0-167E-4115-A7D4-4576AF0C11DD}" type="pres">
      <dgm:prSet presAssocID="{8D09CAAA-DDCF-4131-B624-8B83956866E1}" presName="compNode" presStyleCnt="0"/>
      <dgm:spPr/>
    </dgm:pt>
    <dgm:pt modelId="{1FBE97BC-98BB-417B-97DC-4AADEEFA7786}" type="pres">
      <dgm:prSet presAssocID="{8D09CAAA-DDCF-4131-B624-8B83956866E1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3195B78D-3B0B-4BB7-87BB-C1699CB176E2}" type="pres">
      <dgm:prSet presAssocID="{8D09CAAA-DDCF-4131-B624-8B83956866E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7DD9B53A-0B9A-4BDB-A757-9192557D00EE}" type="pres">
      <dgm:prSet presAssocID="{8D09CAAA-DDCF-4131-B624-8B83956866E1}" presName="spaceRect" presStyleCnt="0"/>
      <dgm:spPr/>
    </dgm:pt>
    <dgm:pt modelId="{27900A63-F9DA-4733-938B-5E6AAE2FCDE6}" type="pres">
      <dgm:prSet presAssocID="{8D09CAAA-DDCF-4131-B624-8B83956866E1}" presName="textRect" presStyleLbl="revTx" presStyleIdx="2" presStyleCnt="6">
        <dgm:presLayoutVars>
          <dgm:chMax val="1"/>
          <dgm:chPref val="1"/>
        </dgm:presLayoutVars>
      </dgm:prSet>
      <dgm:spPr/>
    </dgm:pt>
    <dgm:pt modelId="{35727C68-0BC6-4BB5-8237-BF0AFFD44271}" type="pres">
      <dgm:prSet presAssocID="{F5CD9B62-41DB-4105-B9E7-5096D1D773C7}" presName="sibTrans" presStyleCnt="0"/>
      <dgm:spPr/>
    </dgm:pt>
    <dgm:pt modelId="{BCE65915-BD35-4C11-A1EA-3CFD779F434B}" type="pres">
      <dgm:prSet presAssocID="{0A5A2141-94DA-4598-A248-58298275C269}" presName="compNode" presStyleCnt="0"/>
      <dgm:spPr/>
    </dgm:pt>
    <dgm:pt modelId="{1A9B7134-8A15-4083-B2AF-2A398AF78C28}" type="pres">
      <dgm:prSet presAssocID="{0A5A2141-94DA-4598-A248-58298275C269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775348ED-6476-4F54-976E-B1DDF5A75916}" type="pres">
      <dgm:prSet presAssocID="{0A5A2141-94DA-4598-A248-58298275C26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7C500321-8FCE-443A-8D58-0B4E9A4344BA}" type="pres">
      <dgm:prSet presAssocID="{0A5A2141-94DA-4598-A248-58298275C269}" presName="spaceRect" presStyleCnt="0"/>
      <dgm:spPr/>
    </dgm:pt>
    <dgm:pt modelId="{5BBBAFBD-F10A-40CE-A634-86D9F080A6A9}" type="pres">
      <dgm:prSet presAssocID="{0A5A2141-94DA-4598-A248-58298275C269}" presName="textRect" presStyleLbl="revTx" presStyleIdx="3" presStyleCnt="6" custScaleY="143934">
        <dgm:presLayoutVars>
          <dgm:chMax val="1"/>
          <dgm:chPref val="1"/>
        </dgm:presLayoutVars>
      </dgm:prSet>
      <dgm:spPr/>
    </dgm:pt>
    <dgm:pt modelId="{0B30842A-D396-44FD-A9D1-A0AF9EBBF2AC}" type="pres">
      <dgm:prSet presAssocID="{19AD0B1C-DDE7-4DC9-A888-5AEDCF0BE025}" presName="sibTrans" presStyleCnt="0"/>
      <dgm:spPr/>
    </dgm:pt>
    <dgm:pt modelId="{A9406FCC-8F65-474C-B842-233F49AB4C71}" type="pres">
      <dgm:prSet presAssocID="{4979D3B9-EF2C-4907-AC66-62298C447669}" presName="compNode" presStyleCnt="0"/>
      <dgm:spPr/>
    </dgm:pt>
    <dgm:pt modelId="{AC87712B-C147-4788-9840-5CF55424B022}" type="pres">
      <dgm:prSet presAssocID="{4979D3B9-EF2C-4907-AC66-62298C447669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D69AABB7-64EE-44A8-A3AA-3EFE8A31F888}" type="pres">
      <dgm:prSet presAssocID="{4979D3B9-EF2C-4907-AC66-62298C447669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606AFB87-87E1-443D-B571-BDCB68F23343}" type="pres">
      <dgm:prSet presAssocID="{4979D3B9-EF2C-4907-AC66-62298C447669}" presName="spaceRect" presStyleCnt="0"/>
      <dgm:spPr/>
    </dgm:pt>
    <dgm:pt modelId="{A53DDEC5-7540-4115-A7DB-77280C489333}" type="pres">
      <dgm:prSet presAssocID="{4979D3B9-EF2C-4907-AC66-62298C447669}" presName="textRect" presStyleLbl="revTx" presStyleIdx="4" presStyleCnt="6">
        <dgm:presLayoutVars>
          <dgm:chMax val="1"/>
          <dgm:chPref val="1"/>
        </dgm:presLayoutVars>
      </dgm:prSet>
      <dgm:spPr/>
    </dgm:pt>
    <dgm:pt modelId="{8193D5D4-420B-4116-804B-D261A6E8EEB1}" type="pres">
      <dgm:prSet presAssocID="{0FF424E8-8545-4CDB-BC62-1E2E1CE5B5D7}" presName="sibTrans" presStyleCnt="0"/>
      <dgm:spPr/>
    </dgm:pt>
    <dgm:pt modelId="{66407A15-0655-41BD-BDBE-B9CDF1CFBD73}" type="pres">
      <dgm:prSet presAssocID="{EABAA259-4F55-4B58-864B-912759194FAB}" presName="compNode" presStyleCnt="0"/>
      <dgm:spPr/>
    </dgm:pt>
    <dgm:pt modelId="{F72BB028-1309-4CE3-A665-1F3AB4FAAD8E}" type="pres">
      <dgm:prSet presAssocID="{EABAA259-4F55-4B58-864B-912759194FAB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226EAEC5-AF0C-4D33-B7A2-D34AF6D9609B}" type="pres">
      <dgm:prSet presAssocID="{EABAA259-4F55-4B58-864B-912759194FA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gendas"/>
        </a:ext>
      </dgm:extLst>
    </dgm:pt>
    <dgm:pt modelId="{12884F36-8A13-4AB5-AF3D-27C24A460AD4}" type="pres">
      <dgm:prSet presAssocID="{EABAA259-4F55-4B58-864B-912759194FAB}" presName="spaceRect" presStyleCnt="0"/>
      <dgm:spPr/>
    </dgm:pt>
    <dgm:pt modelId="{027D857F-9081-4964-A9D4-86B8AA0713E5}" type="pres">
      <dgm:prSet presAssocID="{EABAA259-4F55-4B58-864B-912759194FAB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3ECBF3E-1A09-44E3-A61A-7085EAA2B592}" srcId="{50801C56-F56F-428E-916E-B5EB985BAA76}" destId="{4BA631C9-037F-4231-B256-8EBB8959F08A}" srcOrd="0" destOrd="0" parTransId="{ADF62E8A-4D03-4079-B7B0-8EB1C813D12A}" sibTransId="{A9D27153-8EE9-43E6-9A44-580C0D0021AF}"/>
    <dgm:cxn modelId="{FFADAF6D-818D-4B11-96E3-8C3D4129D57E}" type="presOf" srcId="{4979D3B9-EF2C-4907-AC66-62298C447669}" destId="{A53DDEC5-7540-4115-A7DB-77280C489333}" srcOrd="0" destOrd="0" presId="urn:microsoft.com/office/officeart/2018/5/layout/IconLeafLabelList"/>
    <dgm:cxn modelId="{8E085051-28EB-4986-8D7D-0811987A76C2}" srcId="{50801C56-F56F-428E-916E-B5EB985BAA76}" destId="{EABAA259-4F55-4B58-864B-912759194FAB}" srcOrd="5" destOrd="0" parTransId="{41E51EB9-3B8D-49C8-989C-194FE5CFF660}" sibTransId="{7249E5D3-19B8-44B2-B456-813514989B70}"/>
    <dgm:cxn modelId="{D0A96555-B40F-4F20-88DC-ED762281E023}" srcId="{50801C56-F56F-428E-916E-B5EB985BAA76}" destId="{8D09CAAA-DDCF-4131-B624-8B83956866E1}" srcOrd="2" destOrd="0" parTransId="{81C7F0C2-9AB6-4007-83A0-A529461464F6}" sibTransId="{F5CD9B62-41DB-4105-B9E7-5096D1D773C7}"/>
    <dgm:cxn modelId="{819A3679-BD49-4003-8C00-B98169B85C39}" type="presOf" srcId="{0A5A2141-94DA-4598-A248-58298275C269}" destId="{5BBBAFBD-F10A-40CE-A634-86D9F080A6A9}" srcOrd="0" destOrd="0" presId="urn:microsoft.com/office/officeart/2018/5/layout/IconLeafLabelList"/>
    <dgm:cxn modelId="{FF7F5785-70AE-4E78-B859-6D57593E8683}" srcId="{50801C56-F56F-428E-916E-B5EB985BAA76}" destId="{0A5A2141-94DA-4598-A248-58298275C269}" srcOrd="3" destOrd="0" parTransId="{32D46703-E6BF-4605-81B1-0C5193C87474}" sibTransId="{19AD0B1C-DDE7-4DC9-A888-5AEDCF0BE025}"/>
    <dgm:cxn modelId="{608ABE85-6A40-4E77-BCBA-9B42B143B5E0}" srcId="{50801C56-F56F-428E-916E-B5EB985BAA76}" destId="{150FB55A-8033-451A-8524-18D7A7EFBF09}" srcOrd="1" destOrd="0" parTransId="{B71EC8F7-6AAD-4502-B3EC-42CC32D12D59}" sibTransId="{CE29A1B9-8EB2-4A09-8089-75C8647352AE}"/>
    <dgm:cxn modelId="{F0155C9D-6A57-4F58-8108-5FAC4E3914A5}" type="presOf" srcId="{150FB55A-8033-451A-8524-18D7A7EFBF09}" destId="{2ABE4DE3-585F-4BC3-8159-0CC5BAF4C1E7}" srcOrd="0" destOrd="0" presId="urn:microsoft.com/office/officeart/2018/5/layout/IconLeafLabelList"/>
    <dgm:cxn modelId="{BB36CBA2-9B45-4988-A455-FCF8A7A2D8E4}" type="presOf" srcId="{EABAA259-4F55-4B58-864B-912759194FAB}" destId="{027D857F-9081-4964-A9D4-86B8AA0713E5}" srcOrd="0" destOrd="0" presId="urn:microsoft.com/office/officeart/2018/5/layout/IconLeafLabelList"/>
    <dgm:cxn modelId="{F4AE7DB7-A3B3-4AE9-8CC7-2D7C8DA052B9}" type="presOf" srcId="{4BA631C9-037F-4231-B256-8EBB8959F08A}" destId="{86EE30EB-AC16-4709-AD64-E67A42B0CD30}" srcOrd="0" destOrd="0" presId="urn:microsoft.com/office/officeart/2018/5/layout/IconLeafLabelList"/>
    <dgm:cxn modelId="{84E9D4F1-AD57-4892-8951-9E43CEA2CF0D}" srcId="{50801C56-F56F-428E-916E-B5EB985BAA76}" destId="{4979D3B9-EF2C-4907-AC66-62298C447669}" srcOrd="4" destOrd="0" parTransId="{223557DD-C478-481A-90EA-0C33366BC1A9}" sibTransId="{0FF424E8-8545-4CDB-BC62-1E2E1CE5B5D7}"/>
    <dgm:cxn modelId="{94B05EF3-5599-4C7D-8DDE-13715BA8C497}" type="presOf" srcId="{8D09CAAA-DDCF-4131-B624-8B83956866E1}" destId="{27900A63-F9DA-4733-938B-5E6AAE2FCDE6}" srcOrd="0" destOrd="0" presId="urn:microsoft.com/office/officeart/2018/5/layout/IconLeafLabelList"/>
    <dgm:cxn modelId="{388F09F4-E886-435E-AFAF-27F4CABB7923}" type="presOf" srcId="{50801C56-F56F-428E-916E-B5EB985BAA76}" destId="{C3509000-0F13-4A79-AE6E-9AD7886BB0F0}" srcOrd="0" destOrd="0" presId="urn:microsoft.com/office/officeart/2018/5/layout/IconLeafLabelList"/>
    <dgm:cxn modelId="{46767AB2-2EF6-4190-963E-06EFDFCDA39C}" type="presParOf" srcId="{C3509000-0F13-4A79-AE6E-9AD7886BB0F0}" destId="{D4788E23-6234-43C1-85CD-B328B7AAA3CD}" srcOrd="0" destOrd="0" presId="urn:microsoft.com/office/officeart/2018/5/layout/IconLeafLabelList"/>
    <dgm:cxn modelId="{CD8A9D6A-C8FB-4358-B178-BA296A389FEF}" type="presParOf" srcId="{D4788E23-6234-43C1-85CD-B328B7AAA3CD}" destId="{0EB8B626-9E27-4113-9F91-EEDDD8F74639}" srcOrd="0" destOrd="0" presId="urn:microsoft.com/office/officeart/2018/5/layout/IconLeafLabelList"/>
    <dgm:cxn modelId="{336B7D53-950D-4972-84A7-F4CF061D3FDA}" type="presParOf" srcId="{D4788E23-6234-43C1-85CD-B328B7AAA3CD}" destId="{A4BED318-31B2-49A1-8CE9-5BA37C769ADA}" srcOrd="1" destOrd="0" presId="urn:microsoft.com/office/officeart/2018/5/layout/IconLeafLabelList"/>
    <dgm:cxn modelId="{34082176-DFD3-4660-B6A9-28471A5AC7C2}" type="presParOf" srcId="{D4788E23-6234-43C1-85CD-B328B7AAA3CD}" destId="{AA7B48BF-C354-457F-A664-6F1BC7B5C8D4}" srcOrd="2" destOrd="0" presId="urn:microsoft.com/office/officeart/2018/5/layout/IconLeafLabelList"/>
    <dgm:cxn modelId="{CA4E3168-B051-423A-B505-D23B052E1F06}" type="presParOf" srcId="{D4788E23-6234-43C1-85CD-B328B7AAA3CD}" destId="{86EE30EB-AC16-4709-AD64-E67A42B0CD30}" srcOrd="3" destOrd="0" presId="urn:microsoft.com/office/officeart/2018/5/layout/IconLeafLabelList"/>
    <dgm:cxn modelId="{C40A9F67-95D1-4DAB-A0C4-FA6A17E96380}" type="presParOf" srcId="{C3509000-0F13-4A79-AE6E-9AD7886BB0F0}" destId="{8F594284-8AD3-439C-99C4-660228A1BD56}" srcOrd="1" destOrd="0" presId="urn:microsoft.com/office/officeart/2018/5/layout/IconLeafLabelList"/>
    <dgm:cxn modelId="{66F56FC9-368A-48A3-8D95-6E32D941C99E}" type="presParOf" srcId="{C3509000-0F13-4A79-AE6E-9AD7886BB0F0}" destId="{3D9BEE60-940F-4B44-8718-95CA46C8A333}" srcOrd="2" destOrd="0" presId="urn:microsoft.com/office/officeart/2018/5/layout/IconLeafLabelList"/>
    <dgm:cxn modelId="{0AB1A4A8-44FE-4880-8098-0C8651DAA7DA}" type="presParOf" srcId="{3D9BEE60-940F-4B44-8718-95CA46C8A333}" destId="{0F81CE01-183E-4B69-ADD6-8A806C513A73}" srcOrd="0" destOrd="0" presId="urn:microsoft.com/office/officeart/2018/5/layout/IconLeafLabelList"/>
    <dgm:cxn modelId="{3B9732C7-C2BD-4048-A64A-3BC57B6F2101}" type="presParOf" srcId="{3D9BEE60-940F-4B44-8718-95CA46C8A333}" destId="{D1165682-A139-47D8-9D24-C198D349911C}" srcOrd="1" destOrd="0" presId="urn:microsoft.com/office/officeart/2018/5/layout/IconLeafLabelList"/>
    <dgm:cxn modelId="{A36E2916-460A-4B36-8A1A-7AB2DC4C5B21}" type="presParOf" srcId="{3D9BEE60-940F-4B44-8718-95CA46C8A333}" destId="{73178240-C0DE-461F-9437-6DA4F708119B}" srcOrd="2" destOrd="0" presId="urn:microsoft.com/office/officeart/2018/5/layout/IconLeafLabelList"/>
    <dgm:cxn modelId="{3CB287CA-D7CB-45BE-8AEF-75892FBE8B6E}" type="presParOf" srcId="{3D9BEE60-940F-4B44-8718-95CA46C8A333}" destId="{2ABE4DE3-585F-4BC3-8159-0CC5BAF4C1E7}" srcOrd="3" destOrd="0" presId="urn:microsoft.com/office/officeart/2018/5/layout/IconLeafLabelList"/>
    <dgm:cxn modelId="{E1E533DF-91BB-477D-943D-1003D109115E}" type="presParOf" srcId="{C3509000-0F13-4A79-AE6E-9AD7886BB0F0}" destId="{827FAEF1-139C-4868-808C-CA7191999B3B}" srcOrd="3" destOrd="0" presId="urn:microsoft.com/office/officeart/2018/5/layout/IconLeafLabelList"/>
    <dgm:cxn modelId="{C532965F-30BE-454D-8572-BFEAB09B0037}" type="presParOf" srcId="{C3509000-0F13-4A79-AE6E-9AD7886BB0F0}" destId="{91BB50B0-167E-4115-A7D4-4576AF0C11DD}" srcOrd="4" destOrd="0" presId="urn:microsoft.com/office/officeart/2018/5/layout/IconLeafLabelList"/>
    <dgm:cxn modelId="{BD59127D-3C89-4ACF-9416-F3D31D0E8866}" type="presParOf" srcId="{91BB50B0-167E-4115-A7D4-4576AF0C11DD}" destId="{1FBE97BC-98BB-417B-97DC-4AADEEFA7786}" srcOrd="0" destOrd="0" presId="urn:microsoft.com/office/officeart/2018/5/layout/IconLeafLabelList"/>
    <dgm:cxn modelId="{555D9126-A0A2-49D0-87BD-582F766D7BC5}" type="presParOf" srcId="{91BB50B0-167E-4115-A7D4-4576AF0C11DD}" destId="{3195B78D-3B0B-4BB7-87BB-C1699CB176E2}" srcOrd="1" destOrd="0" presId="urn:microsoft.com/office/officeart/2018/5/layout/IconLeafLabelList"/>
    <dgm:cxn modelId="{3583A5EB-ED02-4867-8818-606F089FA49D}" type="presParOf" srcId="{91BB50B0-167E-4115-A7D4-4576AF0C11DD}" destId="{7DD9B53A-0B9A-4BDB-A757-9192557D00EE}" srcOrd="2" destOrd="0" presId="urn:microsoft.com/office/officeart/2018/5/layout/IconLeafLabelList"/>
    <dgm:cxn modelId="{716DFE7C-A1E8-44C7-A44F-A18E52F62511}" type="presParOf" srcId="{91BB50B0-167E-4115-A7D4-4576AF0C11DD}" destId="{27900A63-F9DA-4733-938B-5E6AAE2FCDE6}" srcOrd="3" destOrd="0" presId="urn:microsoft.com/office/officeart/2018/5/layout/IconLeafLabelList"/>
    <dgm:cxn modelId="{487A0B15-5E85-4196-A6DA-38AC46686178}" type="presParOf" srcId="{C3509000-0F13-4A79-AE6E-9AD7886BB0F0}" destId="{35727C68-0BC6-4BB5-8237-BF0AFFD44271}" srcOrd="5" destOrd="0" presId="urn:microsoft.com/office/officeart/2018/5/layout/IconLeafLabelList"/>
    <dgm:cxn modelId="{40A599D7-6E17-4F14-998A-713B48C93C2B}" type="presParOf" srcId="{C3509000-0F13-4A79-AE6E-9AD7886BB0F0}" destId="{BCE65915-BD35-4C11-A1EA-3CFD779F434B}" srcOrd="6" destOrd="0" presId="urn:microsoft.com/office/officeart/2018/5/layout/IconLeafLabelList"/>
    <dgm:cxn modelId="{B7BD7313-BC90-42E3-B4D4-B51D5BB4314E}" type="presParOf" srcId="{BCE65915-BD35-4C11-A1EA-3CFD779F434B}" destId="{1A9B7134-8A15-4083-B2AF-2A398AF78C28}" srcOrd="0" destOrd="0" presId="urn:microsoft.com/office/officeart/2018/5/layout/IconLeafLabelList"/>
    <dgm:cxn modelId="{3EEA7003-C489-4F99-B2CE-E718E300AE18}" type="presParOf" srcId="{BCE65915-BD35-4C11-A1EA-3CFD779F434B}" destId="{775348ED-6476-4F54-976E-B1DDF5A75916}" srcOrd="1" destOrd="0" presId="urn:microsoft.com/office/officeart/2018/5/layout/IconLeafLabelList"/>
    <dgm:cxn modelId="{6226D5AC-EFF4-4735-96C6-AD9DC2F25BA4}" type="presParOf" srcId="{BCE65915-BD35-4C11-A1EA-3CFD779F434B}" destId="{7C500321-8FCE-443A-8D58-0B4E9A4344BA}" srcOrd="2" destOrd="0" presId="urn:microsoft.com/office/officeart/2018/5/layout/IconLeafLabelList"/>
    <dgm:cxn modelId="{8F64F4EC-A53A-4DBD-8036-CC0A528A7028}" type="presParOf" srcId="{BCE65915-BD35-4C11-A1EA-3CFD779F434B}" destId="{5BBBAFBD-F10A-40CE-A634-86D9F080A6A9}" srcOrd="3" destOrd="0" presId="urn:microsoft.com/office/officeart/2018/5/layout/IconLeafLabelList"/>
    <dgm:cxn modelId="{5E139C0D-7F20-47DD-9750-6A1A86729311}" type="presParOf" srcId="{C3509000-0F13-4A79-AE6E-9AD7886BB0F0}" destId="{0B30842A-D396-44FD-A9D1-A0AF9EBBF2AC}" srcOrd="7" destOrd="0" presId="urn:microsoft.com/office/officeart/2018/5/layout/IconLeafLabelList"/>
    <dgm:cxn modelId="{B38D79AD-7EA6-44F1-B149-F1A98C94F33B}" type="presParOf" srcId="{C3509000-0F13-4A79-AE6E-9AD7886BB0F0}" destId="{A9406FCC-8F65-474C-B842-233F49AB4C71}" srcOrd="8" destOrd="0" presId="urn:microsoft.com/office/officeart/2018/5/layout/IconLeafLabelList"/>
    <dgm:cxn modelId="{FF4B10F4-B567-4FB3-A941-7C1F17BECCC7}" type="presParOf" srcId="{A9406FCC-8F65-474C-B842-233F49AB4C71}" destId="{AC87712B-C147-4788-9840-5CF55424B022}" srcOrd="0" destOrd="0" presId="urn:microsoft.com/office/officeart/2018/5/layout/IconLeafLabelList"/>
    <dgm:cxn modelId="{59A0DC26-F1F4-4380-A2C1-33D384E1D478}" type="presParOf" srcId="{A9406FCC-8F65-474C-B842-233F49AB4C71}" destId="{D69AABB7-64EE-44A8-A3AA-3EFE8A31F888}" srcOrd="1" destOrd="0" presId="urn:microsoft.com/office/officeart/2018/5/layout/IconLeafLabelList"/>
    <dgm:cxn modelId="{3A0E8A98-78CD-4609-A45A-1B801FE7433B}" type="presParOf" srcId="{A9406FCC-8F65-474C-B842-233F49AB4C71}" destId="{606AFB87-87E1-443D-B571-BDCB68F23343}" srcOrd="2" destOrd="0" presId="urn:microsoft.com/office/officeart/2018/5/layout/IconLeafLabelList"/>
    <dgm:cxn modelId="{7B812507-11FE-43AC-BF02-6A8D64EDB7C2}" type="presParOf" srcId="{A9406FCC-8F65-474C-B842-233F49AB4C71}" destId="{A53DDEC5-7540-4115-A7DB-77280C489333}" srcOrd="3" destOrd="0" presId="urn:microsoft.com/office/officeart/2018/5/layout/IconLeafLabelList"/>
    <dgm:cxn modelId="{1FDBCB1D-00BF-49F2-9D3C-52E8768F08DD}" type="presParOf" srcId="{C3509000-0F13-4A79-AE6E-9AD7886BB0F0}" destId="{8193D5D4-420B-4116-804B-D261A6E8EEB1}" srcOrd="9" destOrd="0" presId="urn:microsoft.com/office/officeart/2018/5/layout/IconLeafLabelList"/>
    <dgm:cxn modelId="{FBAF2DFA-7FDA-461C-BCF2-AC23C33E6198}" type="presParOf" srcId="{C3509000-0F13-4A79-AE6E-9AD7886BB0F0}" destId="{66407A15-0655-41BD-BDBE-B9CDF1CFBD73}" srcOrd="10" destOrd="0" presId="urn:microsoft.com/office/officeart/2018/5/layout/IconLeafLabelList"/>
    <dgm:cxn modelId="{4A769049-F41B-43DB-91B9-18FE1DE03A68}" type="presParOf" srcId="{66407A15-0655-41BD-BDBE-B9CDF1CFBD73}" destId="{F72BB028-1309-4CE3-A665-1F3AB4FAAD8E}" srcOrd="0" destOrd="0" presId="urn:microsoft.com/office/officeart/2018/5/layout/IconLeafLabelList"/>
    <dgm:cxn modelId="{F2BDF1AC-8D11-4925-AA22-9E53CEB053F3}" type="presParOf" srcId="{66407A15-0655-41BD-BDBE-B9CDF1CFBD73}" destId="{226EAEC5-AF0C-4D33-B7A2-D34AF6D9609B}" srcOrd="1" destOrd="0" presId="urn:microsoft.com/office/officeart/2018/5/layout/IconLeafLabelList"/>
    <dgm:cxn modelId="{2EFA4EE0-211D-4844-BE66-1292324B763C}" type="presParOf" srcId="{66407A15-0655-41BD-BDBE-B9CDF1CFBD73}" destId="{12884F36-8A13-4AB5-AF3D-27C24A460AD4}" srcOrd="2" destOrd="0" presId="urn:microsoft.com/office/officeart/2018/5/layout/IconLeafLabelList"/>
    <dgm:cxn modelId="{9BDEC9E1-6863-4AE1-A95B-99CA1F614418}" type="presParOf" srcId="{66407A15-0655-41BD-BDBE-B9CDF1CFBD73}" destId="{027D857F-9081-4964-A9D4-86B8AA0713E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EE429E-54C0-4E09-BB20-BB559C6922CB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1F0997-74D4-4340-8463-CAF79CB7C51A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Feira do Empreendedor ETEC/2025</a:t>
          </a:r>
        </a:p>
      </dsp:txBody>
      <dsp:txXfrm>
        <a:off x="456496" y="980400"/>
        <a:ext cx="3381034" cy="2099279"/>
      </dsp:txXfrm>
    </dsp:sp>
    <dsp:sp modelId="{66457901-2A28-4111-97F4-4E131E659858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9ABE98-423D-4D51-A520-F40C6AA01176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AJAX com Fetch API — Comunicação Assíncrona</a:t>
          </a:r>
        </a:p>
      </dsp:txBody>
      <dsp:txXfrm>
        <a:off x="4748523" y="980400"/>
        <a:ext cx="3381034" cy="20992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9A1DD5-36AE-4A68-AA3A-F928B8F3B9DA}">
      <dsp:nvSpPr>
        <dsp:cNvPr id="0" name=""/>
        <dsp:cNvSpPr/>
      </dsp:nvSpPr>
      <dsp:spPr>
        <a:xfrm>
          <a:off x="800349" y="806623"/>
          <a:ext cx="854929" cy="8549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F7F46F-3825-4F61-95BD-3142ED131234}">
      <dsp:nvSpPr>
        <dsp:cNvPr id="0" name=""/>
        <dsp:cNvSpPr/>
      </dsp:nvSpPr>
      <dsp:spPr>
        <a:xfrm>
          <a:off x="6486" y="1772474"/>
          <a:ext cx="2442656" cy="366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 dirty="0"/>
            <a:t>O que é AJAX?</a:t>
          </a:r>
        </a:p>
      </dsp:txBody>
      <dsp:txXfrm>
        <a:off x="6486" y="1772474"/>
        <a:ext cx="2442656" cy="366398"/>
      </dsp:txXfrm>
    </dsp:sp>
    <dsp:sp modelId="{1C471821-82AE-4E2F-A3CE-E2D4706B6EF0}">
      <dsp:nvSpPr>
        <dsp:cNvPr id="0" name=""/>
        <dsp:cNvSpPr/>
      </dsp:nvSpPr>
      <dsp:spPr>
        <a:xfrm>
          <a:off x="6486" y="2190463"/>
          <a:ext cx="2442656" cy="1195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AJAX (JavaScript Assíncrono + XML) </a:t>
          </a:r>
          <a:r>
            <a:rPr lang="en-US" sz="1700" kern="1200" dirty="0" err="1"/>
            <a:t>permite</a:t>
          </a:r>
          <a:r>
            <a:rPr lang="en-US" sz="1700" kern="1200" dirty="0"/>
            <a:t> a comunicação com o servidor sem recarregar a página.</a:t>
          </a:r>
        </a:p>
      </dsp:txBody>
      <dsp:txXfrm>
        <a:off x="6486" y="2190463"/>
        <a:ext cx="2442656" cy="1195717"/>
      </dsp:txXfrm>
    </dsp:sp>
    <dsp:sp modelId="{65C0B4EE-FDD5-4A55-A5CA-F7C7120E6A32}">
      <dsp:nvSpPr>
        <dsp:cNvPr id="0" name=""/>
        <dsp:cNvSpPr/>
      </dsp:nvSpPr>
      <dsp:spPr>
        <a:xfrm>
          <a:off x="3670470" y="806623"/>
          <a:ext cx="854929" cy="8549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446098-EE81-484A-BF27-C88D76C59A43}">
      <dsp:nvSpPr>
        <dsp:cNvPr id="0" name=""/>
        <dsp:cNvSpPr/>
      </dsp:nvSpPr>
      <dsp:spPr>
        <a:xfrm>
          <a:off x="2876607" y="1772474"/>
          <a:ext cx="2442656" cy="366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2600" kern="1200" dirty="0"/>
            <a:t>Projeto:</a:t>
          </a:r>
          <a:endParaRPr lang="en-US" sz="2600" kern="1200" dirty="0"/>
        </a:p>
      </dsp:txBody>
      <dsp:txXfrm>
        <a:off x="2876607" y="1772474"/>
        <a:ext cx="2442656" cy="366398"/>
      </dsp:txXfrm>
    </dsp:sp>
    <dsp:sp modelId="{8C79A7B4-4A28-49ED-A10A-8E532B05910C}">
      <dsp:nvSpPr>
        <dsp:cNvPr id="0" name=""/>
        <dsp:cNvSpPr/>
      </dsp:nvSpPr>
      <dsp:spPr>
        <a:xfrm>
          <a:off x="2876607" y="2190463"/>
          <a:ext cx="2442656" cy="1195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Consulta automática de endereço usando o CEP informado pelo usuário, com integração à API ViaCEP.</a:t>
          </a:r>
          <a:endParaRPr lang="en-US" sz="1700" kern="1200" dirty="0"/>
        </a:p>
      </dsp:txBody>
      <dsp:txXfrm>
        <a:off x="2876607" y="2190463"/>
        <a:ext cx="2442656" cy="1195717"/>
      </dsp:txXfrm>
    </dsp:sp>
    <dsp:sp modelId="{BDED29DF-0C71-4069-A5FF-2BE55DC268E3}">
      <dsp:nvSpPr>
        <dsp:cNvPr id="0" name=""/>
        <dsp:cNvSpPr/>
      </dsp:nvSpPr>
      <dsp:spPr>
        <a:xfrm>
          <a:off x="6540591" y="806623"/>
          <a:ext cx="854929" cy="8549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AE3A58-D26A-4F70-BEC2-447A1FD26847}">
      <dsp:nvSpPr>
        <dsp:cNvPr id="0" name=""/>
        <dsp:cNvSpPr/>
      </dsp:nvSpPr>
      <dsp:spPr>
        <a:xfrm>
          <a:off x="5746728" y="1772474"/>
          <a:ext cx="2442656" cy="366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2600" kern="1200" dirty="0"/>
            <a:t>Objetivo:</a:t>
          </a:r>
          <a:endParaRPr lang="en-US" sz="2600" kern="1200" dirty="0"/>
        </a:p>
      </dsp:txBody>
      <dsp:txXfrm>
        <a:off x="5746728" y="1772474"/>
        <a:ext cx="2442656" cy="366398"/>
      </dsp:txXfrm>
    </dsp:sp>
    <dsp:sp modelId="{09DA7B10-15F5-413B-9194-D247A8398FA9}">
      <dsp:nvSpPr>
        <dsp:cNvPr id="0" name=""/>
        <dsp:cNvSpPr/>
      </dsp:nvSpPr>
      <dsp:spPr>
        <a:xfrm>
          <a:off x="5746728" y="2190463"/>
          <a:ext cx="2442656" cy="1195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Mostrar o uso prático de tecnologias modernas como JavaScript, Fetch API e Bootstrap.</a:t>
          </a:r>
          <a:endParaRPr lang="en-US" sz="1700" kern="1200" dirty="0"/>
        </a:p>
      </dsp:txBody>
      <dsp:txXfrm>
        <a:off x="5746728" y="2190463"/>
        <a:ext cx="2442656" cy="11957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5CF41B-168E-49CD-8912-07711C6B9AD2}">
      <dsp:nvSpPr>
        <dsp:cNvPr id="0" name=""/>
        <dsp:cNvSpPr/>
      </dsp:nvSpPr>
      <dsp:spPr>
        <a:xfrm>
          <a:off x="168672" y="428"/>
          <a:ext cx="2069811" cy="12418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/>
            <a:t>Palavras chave:</a:t>
          </a:r>
          <a:r>
            <a:rPr lang="pt-BR" sz="1000" kern="1200"/>
            <a:t> Navegador, Ajax, Requisição , Fetch Api, Assíncrono, Servidor, Promises.</a:t>
          </a:r>
          <a:endParaRPr lang="en-US" sz="1000" kern="1200"/>
        </a:p>
      </dsp:txBody>
      <dsp:txXfrm>
        <a:off x="168672" y="428"/>
        <a:ext cx="2069811" cy="1241886"/>
      </dsp:txXfrm>
    </dsp:sp>
    <dsp:sp modelId="{529879CB-A8EF-4AA3-808F-64C30D6A38AA}">
      <dsp:nvSpPr>
        <dsp:cNvPr id="0" name=""/>
        <dsp:cNvSpPr/>
      </dsp:nvSpPr>
      <dsp:spPr>
        <a:xfrm>
          <a:off x="2445465" y="428"/>
          <a:ext cx="2069811" cy="124188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/>
            <a:t>📖 Glossário: </a:t>
          </a:r>
          <a:endParaRPr lang="en-US" sz="1000" kern="1200"/>
        </a:p>
      </dsp:txBody>
      <dsp:txXfrm>
        <a:off x="2445465" y="428"/>
        <a:ext cx="2069811" cy="1241886"/>
      </dsp:txXfrm>
    </dsp:sp>
    <dsp:sp modelId="{263D30CC-F146-473C-985D-674069C6395F}">
      <dsp:nvSpPr>
        <dsp:cNvPr id="0" name=""/>
        <dsp:cNvSpPr/>
      </dsp:nvSpPr>
      <dsp:spPr>
        <a:xfrm>
          <a:off x="168672" y="1449296"/>
          <a:ext cx="2069811" cy="12418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/>
            <a:t>🔍 Navegador</a:t>
          </a:r>
          <a:endParaRPr lang="en-US" sz="1000" kern="1200"/>
        </a:p>
      </dsp:txBody>
      <dsp:txXfrm>
        <a:off x="168672" y="1449296"/>
        <a:ext cx="2069811" cy="1241886"/>
      </dsp:txXfrm>
    </dsp:sp>
    <dsp:sp modelId="{B8E06DF4-DB10-4837-A8B9-E7C083FB2683}">
      <dsp:nvSpPr>
        <dsp:cNvPr id="0" name=""/>
        <dsp:cNvSpPr/>
      </dsp:nvSpPr>
      <dsp:spPr>
        <a:xfrm>
          <a:off x="2445465" y="1449296"/>
          <a:ext cx="2069811" cy="124188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/>
            <a:t>É o programa que usamos para acessar sites na internet, como o Google Chrome, Mozilla Firefox ou Microsoft Edge. Ele interpreta o código das páginas e exibe o conteúdo de forma visual para o usuário.</a:t>
          </a:r>
          <a:endParaRPr lang="en-US" sz="1000" kern="1200"/>
        </a:p>
      </dsp:txBody>
      <dsp:txXfrm>
        <a:off x="2445465" y="1449296"/>
        <a:ext cx="2069811" cy="1241886"/>
      </dsp:txXfrm>
    </dsp:sp>
    <dsp:sp modelId="{ED8B83AC-6C95-4F72-8B4B-107E9E581286}">
      <dsp:nvSpPr>
        <dsp:cNvPr id="0" name=""/>
        <dsp:cNvSpPr/>
      </dsp:nvSpPr>
      <dsp:spPr>
        <a:xfrm>
          <a:off x="168672" y="2898164"/>
          <a:ext cx="2069811" cy="124188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/>
            <a:t>🔁 Ajax (Asynchronous JavaScript and XML)</a:t>
          </a:r>
          <a:endParaRPr lang="en-US" sz="1000" kern="1200"/>
        </a:p>
      </dsp:txBody>
      <dsp:txXfrm>
        <a:off x="168672" y="2898164"/>
        <a:ext cx="2069811" cy="1241886"/>
      </dsp:txXfrm>
    </dsp:sp>
    <dsp:sp modelId="{C79CF04A-E31A-4C8A-8737-46A855EAABA0}">
      <dsp:nvSpPr>
        <dsp:cNvPr id="0" name=""/>
        <dsp:cNvSpPr/>
      </dsp:nvSpPr>
      <dsp:spPr>
        <a:xfrm>
          <a:off x="2445465" y="2898164"/>
          <a:ext cx="2069811" cy="124188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/>
            <a:t>É uma técnica usada para atualizar partes de uma página da web sem recarregá-la inteira. Por exemplo: ao digitar algo em um campo de busca e os resultados aparecerem automaticamente, isso é feito com Ajax.</a:t>
          </a:r>
          <a:endParaRPr lang="en-US" sz="1000" kern="1200"/>
        </a:p>
      </dsp:txBody>
      <dsp:txXfrm>
        <a:off x="2445465" y="2898164"/>
        <a:ext cx="2069811" cy="1241886"/>
      </dsp:txXfrm>
    </dsp:sp>
    <dsp:sp modelId="{13EFE655-FED0-4F46-91EF-4A3DB2621796}">
      <dsp:nvSpPr>
        <dsp:cNvPr id="0" name=""/>
        <dsp:cNvSpPr/>
      </dsp:nvSpPr>
      <dsp:spPr>
        <a:xfrm>
          <a:off x="168672" y="4347032"/>
          <a:ext cx="2069811" cy="124188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/>
            <a:t>📩 Requisição</a:t>
          </a:r>
          <a:endParaRPr lang="en-US" sz="1000" kern="1200"/>
        </a:p>
      </dsp:txBody>
      <dsp:txXfrm>
        <a:off x="168672" y="4347032"/>
        <a:ext cx="2069811" cy="1241886"/>
      </dsp:txXfrm>
    </dsp:sp>
    <dsp:sp modelId="{CEDEF25C-4E9C-45DA-926F-9AC08BB2505F}">
      <dsp:nvSpPr>
        <dsp:cNvPr id="0" name=""/>
        <dsp:cNvSpPr/>
      </dsp:nvSpPr>
      <dsp:spPr>
        <a:xfrm>
          <a:off x="2445465" y="4347032"/>
          <a:ext cx="2069811" cy="12418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b="1" kern="1200"/>
            <a:t>É quando o navegador pede algo ao servidor, como um arquivo, imagem ou informação. Existem diferentes tipos de requisição, como:</a:t>
          </a:r>
          <a:endParaRPr lang="en-US" sz="1000" kern="120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1" kern="1200"/>
            <a:t>GET: para buscar dados;</a:t>
          </a:r>
          <a:endParaRPr lang="en-US" sz="800" kern="1200"/>
        </a:p>
        <a:p>
          <a:pPr marL="57150" lvl="1" indent="-57150" algn="l" defTabSz="355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800" b="1" kern="1200"/>
            <a:t>POST: para enviar dados.</a:t>
          </a:r>
          <a:endParaRPr lang="en-US" sz="800" kern="1200"/>
        </a:p>
      </dsp:txBody>
      <dsp:txXfrm>
        <a:off x="2445465" y="4347032"/>
        <a:ext cx="2069811" cy="12418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BEE6C8-C5AB-44FC-8E6D-D1BA75629181}">
      <dsp:nvSpPr>
        <dsp:cNvPr id="0" name=""/>
        <dsp:cNvSpPr/>
      </dsp:nvSpPr>
      <dsp:spPr>
        <a:xfrm>
          <a:off x="1994509" y="719382"/>
          <a:ext cx="3552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5231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62478" y="763171"/>
        <a:ext cx="19291" cy="3862"/>
      </dsp:txXfrm>
    </dsp:sp>
    <dsp:sp modelId="{60808751-8D12-404F-AEC8-F13B50F09439}">
      <dsp:nvSpPr>
        <dsp:cNvPr id="0" name=""/>
        <dsp:cNvSpPr/>
      </dsp:nvSpPr>
      <dsp:spPr>
        <a:xfrm>
          <a:off x="318782" y="261844"/>
          <a:ext cx="1677526" cy="10065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200" tIns="86284" rIns="82200" bIns="8628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🌐 Fetch API</a:t>
          </a:r>
          <a:endParaRPr lang="en-US" sz="1200" kern="1200"/>
        </a:p>
      </dsp:txBody>
      <dsp:txXfrm>
        <a:off x="318782" y="261844"/>
        <a:ext cx="1677526" cy="1006515"/>
      </dsp:txXfrm>
    </dsp:sp>
    <dsp:sp modelId="{634D9C7B-6CC6-483B-93C4-ACC918D0E9F7}">
      <dsp:nvSpPr>
        <dsp:cNvPr id="0" name=""/>
        <dsp:cNvSpPr/>
      </dsp:nvSpPr>
      <dsp:spPr>
        <a:xfrm>
          <a:off x="1157545" y="1524203"/>
          <a:ext cx="2569811" cy="458746"/>
        </a:xfrm>
        <a:custGeom>
          <a:avLst/>
          <a:gdLst/>
          <a:ahLst/>
          <a:cxnLst/>
          <a:rect l="0" t="0" r="0" b="0"/>
          <a:pathLst>
            <a:path>
              <a:moveTo>
                <a:pt x="2569811" y="0"/>
              </a:moveTo>
              <a:lnTo>
                <a:pt x="2569811" y="246473"/>
              </a:lnTo>
              <a:lnTo>
                <a:pt x="0" y="246473"/>
              </a:lnTo>
              <a:lnTo>
                <a:pt x="0" y="458746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77051" y="1751645"/>
        <a:ext cx="130799" cy="3862"/>
      </dsp:txXfrm>
    </dsp:sp>
    <dsp:sp modelId="{5EF73E60-69F1-4C66-A474-548BD4E99227}">
      <dsp:nvSpPr>
        <dsp:cNvPr id="0" name=""/>
        <dsp:cNvSpPr/>
      </dsp:nvSpPr>
      <dsp:spPr>
        <a:xfrm>
          <a:off x="2382140" y="4201"/>
          <a:ext cx="2690433" cy="15218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200" tIns="86284" rIns="82200" bIns="8628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É </a:t>
          </a:r>
          <a:r>
            <a:rPr lang="en-US" sz="1200" b="1" kern="1200" dirty="0" err="1"/>
            <a:t>uma</a:t>
          </a:r>
          <a:r>
            <a:rPr lang="en-US" sz="1200" b="1" kern="1200" dirty="0"/>
            <a:t> ferramenta moderna do JavaScript que serve para </a:t>
          </a:r>
          <a:r>
            <a:rPr lang="en-US" sz="1200" b="1" kern="1200" dirty="0" err="1"/>
            <a:t>fazer</a:t>
          </a:r>
          <a:r>
            <a:rPr lang="en-US" sz="1200" b="1" kern="1200" dirty="0"/>
            <a:t> </a:t>
          </a:r>
          <a:r>
            <a:rPr lang="en-US" sz="1200" b="1" kern="1200" dirty="0" err="1"/>
            <a:t>requisições</a:t>
          </a:r>
          <a:r>
            <a:rPr lang="en-US" sz="1200" b="1" kern="1200" dirty="0"/>
            <a:t> a </a:t>
          </a:r>
          <a:r>
            <a:rPr lang="en-US" sz="1200" b="1" kern="1200" dirty="0" err="1"/>
            <a:t>servidores</a:t>
          </a:r>
          <a:r>
            <a:rPr lang="en-US" sz="1200" b="1" kern="1200" dirty="0"/>
            <a:t>. Com </a:t>
          </a:r>
          <a:r>
            <a:rPr lang="en-US" sz="1200" b="1" kern="1200" dirty="0" err="1"/>
            <a:t>ela</a:t>
          </a:r>
          <a:r>
            <a:rPr lang="en-US" sz="1200" b="1" kern="1200" dirty="0"/>
            <a:t>, </a:t>
          </a:r>
          <a:r>
            <a:rPr lang="en-US" sz="1200" b="1" kern="1200" dirty="0" err="1"/>
            <a:t>conseguimos</a:t>
          </a:r>
          <a:r>
            <a:rPr lang="en-US" sz="1200" b="1" kern="1200" dirty="0"/>
            <a:t> </a:t>
          </a:r>
          <a:r>
            <a:rPr lang="en-US" sz="1200" b="1" kern="1200" dirty="0" err="1"/>
            <a:t>buscar</a:t>
          </a:r>
          <a:r>
            <a:rPr lang="en-US" sz="1200" b="1" kern="1200" dirty="0"/>
            <a:t> </a:t>
          </a:r>
          <a:r>
            <a:rPr lang="en-US" sz="1200" b="1" kern="1200" dirty="0" err="1"/>
            <a:t>informações</a:t>
          </a:r>
          <a:r>
            <a:rPr lang="en-US" sz="1200" b="1" kern="1200" dirty="0"/>
            <a:t> de forma simples e </a:t>
          </a:r>
          <a:r>
            <a:rPr lang="en-US" sz="1200" b="1" kern="1200" dirty="0" err="1"/>
            <a:t>clara</a:t>
          </a:r>
          <a:r>
            <a:rPr lang="en-US" sz="1200" b="1" kern="1200" dirty="0"/>
            <a:t>. </a:t>
          </a:r>
          <a:r>
            <a:rPr lang="en-US" sz="1200" b="1" kern="1200" dirty="0" err="1"/>
            <a:t>Exemplo</a:t>
          </a:r>
          <a:r>
            <a:rPr lang="en-US" sz="1200" b="1" kern="1200" dirty="0"/>
            <a:t>: </a:t>
          </a:r>
          <a:r>
            <a:rPr lang="en-US" sz="1200" b="1" kern="1200" dirty="0" err="1"/>
            <a:t>buscar</a:t>
          </a:r>
          <a:r>
            <a:rPr lang="en-US" sz="1200" b="1" kern="1200" dirty="0"/>
            <a:t> a </a:t>
          </a:r>
          <a:r>
            <a:rPr lang="en-US" sz="1200" b="1" kern="1200" dirty="0" err="1"/>
            <a:t>previsão</a:t>
          </a:r>
          <a:r>
            <a:rPr lang="en-US" sz="1200" b="1" kern="1200" dirty="0"/>
            <a:t> do tempo de um site </a:t>
          </a:r>
          <a:r>
            <a:rPr lang="en-US" sz="1200" b="1" kern="1200" dirty="0" err="1"/>
            <a:t>externo</a:t>
          </a:r>
          <a:r>
            <a:rPr lang="en-US" sz="1200" b="1" kern="1200" dirty="0"/>
            <a:t>.</a:t>
          </a:r>
          <a:endParaRPr lang="en-US" sz="1200" kern="1200" dirty="0"/>
        </a:p>
      </dsp:txBody>
      <dsp:txXfrm>
        <a:off x="2382140" y="4201"/>
        <a:ext cx="2690433" cy="1521801"/>
      </dsp:txXfrm>
    </dsp:sp>
    <dsp:sp modelId="{85D76F14-805D-4565-B914-CA77B915E70E}">
      <dsp:nvSpPr>
        <dsp:cNvPr id="0" name=""/>
        <dsp:cNvSpPr/>
      </dsp:nvSpPr>
      <dsp:spPr>
        <a:xfrm>
          <a:off x="1994509" y="2472887"/>
          <a:ext cx="3552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5231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62478" y="2516676"/>
        <a:ext cx="19291" cy="3862"/>
      </dsp:txXfrm>
    </dsp:sp>
    <dsp:sp modelId="{43DE0A95-97D6-40EF-8C04-9BF1E2EA1E24}">
      <dsp:nvSpPr>
        <dsp:cNvPr id="0" name=""/>
        <dsp:cNvSpPr/>
      </dsp:nvSpPr>
      <dsp:spPr>
        <a:xfrm>
          <a:off x="318782" y="2015349"/>
          <a:ext cx="1677526" cy="10065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200" tIns="86284" rIns="82200" bIns="8628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⏳ Assíncrono</a:t>
          </a:r>
          <a:endParaRPr lang="en-US" sz="1200" kern="1200"/>
        </a:p>
      </dsp:txBody>
      <dsp:txXfrm>
        <a:off x="318782" y="2015349"/>
        <a:ext cx="1677526" cy="1006515"/>
      </dsp:txXfrm>
    </dsp:sp>
    <dsp:sp modelId="{FAD67A54-8E48-49AD-B5D9-D5AEB7A9EEC4}">
      <dsp:nvSpPr>
        <dsp:cNvPr id="0" name=""/>
        <dsp:cNvSpPr/>
      </dsp:nvSpPr>
      <dsp:spPr>
        <a:xfrm>
          <a:off x="1157545" y="3123580"/>
          <a:ext cx="2608947" cy="355231"/>
        </a:xfrm>
        <a:custGeom>
          <a:avLst/>
          <a:gdLst/>
          <a:ahLst/>
          <a:cxnLst/>
          <a:rect l="0" t="0" r="0" b="0"/>
          <a:pathLst>
            <a:path>
              <a:moveTo>
                <a:pt x="2608947" y="0"/>
              </a:moveTo>
              <a:lnTo>
                <a:pt x="2608947" y="194715"/>
              </a:lnTo>
              <a:lnTo>
                <a:pt x="0" y="194715"/>
              </a:lnTo>
              <a:lnTo>
                <a:pt x="0" y="355231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96086" y="3299265"/>
        <a:ext cx="131866" cy="3862"/>
      </dsp:txXfrm>
    </dsp:sp>
    <dsp:sp modelId="{67AC0D68-2E2A-4BAD-A80D-AD3017184865}">
      <dsp:nvSpPr>
        <dsp:cNvPr id="0" name=""/>
        <dsp:cNvSpPr/>
      </dsp:nvSpPr>
      <dsp:spPr>
        <a:xfrm>
          <a:off x="2382140" y="1911834"/>
          <a:ext cx="2768707" cy="12135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200" tIns="86284" rIns="82200" bIns="8628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 err="1"/>
            <a:t>Significa</a:t>
          </a:r>
          <a:r>
            <a:rPr lang="en-US" sz="1200" b="1" kern="1200" dirty="0"/>
            <a:t> que algo </a:t>
          </a:r>
          <a:r>
            <a:rPr lang="en-US" sz="1200" b="1" kern="1200" dirty="0" err="1"/>
            <a:t>acontece</a:t>
          </a:r>
          <a:r>
            <a:rPr lang="en-US" sz="1200" b="1" kern="1200" dirty="0"/>
            <a:t> </a:t>
          </a:r>
          <a:r>
            <a:rPr lang="en-US" sz="1200" b="1" kern="1200" dirty="0" err="1"/>
            <a:t>em</a:t>
          </a:r>
          <a:r>
            <a:rPr lang="en-US" sz="1200" b="1" kern="1200" dirty="0"/>
            <a:t> </a:t>
          </a:r>
          <a:r>
            <a:rPr lang="en-US" sz="1200" b="1" kern="1200" dirty="0" err="1"/>
            <a:t>segundo</a:t>
          </a:r>
          <a:r>
            <a:rPr lang="en-US" sz="1200" b="1" kern="1200" dirty="0"/>
            <a:t> plano, </a:t>
          </a:r>
          <a:r>
            <a:rPr lang="en-US" sz="1200" b="1" kern="1200" dirty="0" err="1"/>
            <a:t>sem</a:t>
          </a:r>
          <a:r>
            <a:rPr lang="en-US" sz="1200" b="1" kern="1200" dirty="0"/>
            <a:t> </a:t>
          </a:r>
          <a:r>
            <a:rPr lang="en-US" sz="1200" b="1" kern="1200" dirty="0" err="1"/>
            <a:t>travar</a:t>
          </a:r>
          <a:r>
            <a:rPr lang="en-US" sz="1200" b="1" kern="1200" dirty="0"/>
            <a:t> o restante do site. Por </a:t>
          </a:r>
          <a:r>
            <a:rPr lang="en-US" sz="1200" b="1" kern="1200" dirty="0" err="1"/>
            <a:t>exemplo</a:t>
          </a:r>
          <a:r>
            <a:rPr lang="en-US" sz="1200" b="1" kern="1200" dirty="0"/>
            <a:t>, </a:t>
          </a:r>
          <a:r>
            <a:rPr lang="en-US" sz="1200" b="1" kern="1200" dirty="0" err="1"/>
            <a:t>enquanto</a:t>
          </a:r>
          <a:r>
            <a:rPr lang="en-US" sz="1200" b="1" kern="1200" dirty="0"/>
            <a:t> um dado </a:t>
          </a:r>
          <a:r>
            <a:rPr lang="en-US" sz="1200" b="1" kern="1200" dirty="0" err="1"/>
            <a:t>está</a:t>
          </a:r>
          <a:r>
            <a:rPr lang="en-US" sz="1200" b="1" kern="1200" dirty="0"/>
            <a:t> </a:t>
          </a:r>
          <a:r>
            <a:rPr lang="en-US" sz="1200" b="1" kern="1200" dirty="0" err="1"/>
            <a:t>sendo</a:t>
          </a:r>
          <a:r>
            <a:rPr lang="en-US" sz="1200" b="1" kern="1200" dirty="0"/>
            <a:t> </a:t>
          </a:r>
          <a:r>
            <a:rPr lang="en-US" sz="1200" b="1" kern="1200" dirty="0" err="1"/>
            <a:t>buscado</a:t>
          </a:r>
          <a:r>
            <a:rPr lang="en-US" sz="1200" b="1" kern="1200" dirty="0"/>
            <a:t> do </a:t>
          </a:r>
          <a:r>
            <a:rPr lang="en-US" sz="1200" b="1" kern="1200" dirty="0" err="1"/>
            <a:t>servidor</a:t>
          </a:r>
          <a:r>
            <a:rPr lang="en-US" sz="1200" b="1" kern="1200" dirty="0"/>
            <a:t>, o </a:t>
          </a:r>
          <a:r>
            <a:rPr lang="en-US" sz="1200" b="1" kern="1200" dirty="0" err="1"/>
            <a:t>usuário</a:t>
          </a:r>
          <a:r>
            <a:rPr lang="en-US" sz="1200" b="1" kern="1200" dirty="0"/>
            <a:t> </a:t>
          </a:r>
          <a:r>
            <a:rPr lang="en-US" sz="1200" b="1" kern="1200" dirty="0" err="1"/>
            <a:t>pode</a:t>
          </a:r>
          <a:r>
            <a:rPr lang="en-US" sz="1200" b="1" kern="1200" dirty="0"/>
            <a:t> </a:t>
          </a:r>
          <a:r>
            <a:rPr lang="en-US" sz="1200" b="1" kern="1200" dirty="0" err="1"/>
            <a:t>continuar</a:t>
          </a:r>
          <a:r>
            <a:rPr lang="en-US" sz="1200" b="1" kern="1200" dirty="0"/>
            <a:t> </a:t>
          </a:r>
          <a:r>
            <a:rPr lang="en-US" sz="1200" b="1" kern="1200" dirty="0" err="1"/>
            <a:t>usando</a:t>
          </a:r>
          <a:r>
            <a:rPr lang="en-US" sz="1200" b="1" kern="1200" dirty="0"/>
            <a:t> a </a:t>
          </a:r>
          <a:r>
            <a:rPr lang="en-US" sz="1200" b="1" kern="1200" dirty="0" err="1"/>
            <a:t>página</a:t>
          </a:r>
          <a:r>
            <a:rPr lang="en-US" sz="1200" b="1" kern="1200" dirty="0"/>
            <a:t> </a:t>
          </a:r>
          <a:r>
            <a:rPr lang="en-US" sz="1200" b="1" kern="1200" dirty="0" err="1"/>
            <a:t>normalmente</a:t>
          </a:r>
          <a:r>
            <a:rPr lang="en-US" sz="1200" b="1" kern="1200" dirty="0"/>
            <a:t>.</a:t>
          </a:r>
          <a:endParaRPr lang="en-US" sz="1200" kern="1200" dirty="0"/>
        </a:p>
      </dsp:txBody>
      <dsp:txXfrm>
        <a:off x="2382140" y="1911834"/>
        <a:ext cx="2768707" cy="1213546"/>
      </dsp:txXfrm>
    </dsp:sp>
    <dsp:sp modelId="{AEDF4823-5C45-44F6-B2E9-A22453F5C77C}">
      <dsp:nvSpPr>
        <dsp:cNvPr id="0" name=""/>
        <dsp:cNvSpPr/>
      </dsp:nvSpPr>
      <dsp:spPr>
        <a:xfrm>
          <a:off x="1994509" y="3968749"/>
          <a:ext cx="3552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5231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62478" y="4012538"/>
        <a:ext cx="19291" cy="3862"/>
      </dsp:txXfrm>
    </dsp:sp>
    <dsp:sp modelId="{2A4BE469-6537-40F5-B800-C6B5101EC51A}">
      <dsp:nvSpPr>
        <dsp:cNvPr id="0" name=""/>
        <dsp:cNvSpPr/>
      </dsp:nvSpPr>
      <dsp:spPr>
        <a:xfrm>
          <a:off x="318782" y="3511211"/>
          <a:ext cx="1677526" cy="10065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200" tIns="86284" rIns="82200" bIns="8628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🖥️ Servidor</a:t>
          </a:r>
          <a:endParaRPr lang="en-US" sz="1200" kern="1200"/>
        </a:p>
      </dsp:txBody>
      <dsp:txXfrm>
        <a:off x="318782" y="3511211"/>
        <a:ext cx="1677526" cy="1006515"/>
      </dsp:txXfrm>
    </dsp:sp>
    <dsp:sp modelId="{BAB3A49D-D8E9-4DA0-813E-26C82B1D494D}">
      <dsp:nvSpPr>
        <dsp:cNvPr id="0" name=""/>
        <dsp:cNvSpPr/>
      </dsp:nvSpPr>
      <dsp:spPr>
        <a:xfrm>
          <a:off x="1157545" y="4515927"/>
          <a:ext cx="2619055" cy="585909"/>
        </a:xfrm>
        <a:custGeom>
          <a:avLst/>
          <a:gdLst/>
          <a:ahLst/>
          <a:cxnLst/>
          <a:rect l="0" t="0" r="0" b="0"/>
          <a:pathLst>
            <a:path>
              <a:moveTo>
                <a:pt x="2619055" y="0"/>
              </a:moveTo>
              <a:lnTo>
                <a:pt x="2619055" y="310054"/>
              </a:lnTo>
              <a:lnTo>
                <a:pt x="0" y="310054"/>
              </a:lnTo>
              <a:lnTo>
                <a:pt x="0" y="585909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99807" y="4806951"/>
        <a:ext cx="134531" cy="3862"/>
      </dsp:txXfrm>
    </dsp:sp>
    <dsp:sp modelId="{F4000AA0-018F-4772-A608-183BDB9EA8D8}">
      <dsp:nvSpPr>
        <dsp:cNvPr id="0" name=""/>
        <dsp:cNvSpPr/>
      </dsp:nvSpPr>
      <dsp:spPr>
        <a:xfrm>
          <a:off x="2382140" y="3511211"/>
          <a:ext cx="2788921" cy="10065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200" tIns="86284" rIns="82200" bIns="8628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É o </a:t>
          </a:r>
          <a:r>
            <a:rPr lang="en-US" sz="1200" b="1" kern="1200" dirty="0" err="1"/>
            <a:t>computador</a:t>
          </a:r>
          <a:r>
            <a:rPr lang="en-US" sz="1200" b="1" kern="1200" dirty="0"/>
            <a:t> (</a:t>
          </a:r>
          <a:r>
            <a:rPr lang="en-US" sz="1200" b="1" kern="1200" dirty="0" err="1"/>
            <a:t>ou</a:t>
          </a:r>
          <a:r>
            <a:rPr lang="en-US" sz="1200" b="1" kern="1200" dirty="0"/>
            <a:t> </a:t>
          </a:r>
          <a:r>
            <a:rPr lang="en-US" sz="1200" b="1" kern="1200" dirty="0" err="1"/>
            <a:t>sistema</a:t>
          </a:r>
          <a:r>
            <a:rPr lang="en-US" sz="1200" b="1" kern="1200" dirty="0"/>
            <a:t>) que </a:t>
          </a:r>
          <a:r>
            <a:rPr lang="en-US" sz="1200" b="1" kern="1200" dirty="0" err="1"/>
            <a:t>guarda</a:t>
          </a:r>
          <a:r>
            <a:rPr lang="en-US" sz="1200" b="1" kern="1200" dirty="0"/>
            <a:t> </a:t>
          </a:r>
          <a:r>
            <a:rPr lang="en-US" sz="1200" b="1" kern="1200" dirty="0" err="1"/>
            <a:t>os</a:t>
          </a:r>
          <a:r>
            <a:rPr lang="en-US" sz="1200" b="1" kern="1200" dirty="0"/>
            <a:t> sites e </a:t>
          </a:r>
          <a:r>
            <a:rPr lang="en-US" sz="1200" b="1" kern="1200" dirty="0" err="1"/>
            <a:t>envia</a:t>
          </a:r>
          <a:r>
            <a:rPr lang="en-US" sz="1200" b="1" kern="1200" dirty="0"/>
            <a:t> </a:t>
          </a:r>
          <a:r>
            <a:rPr lang="en-US" sz="1200" b="1" kern="1200" dirty="0" err="1"/>
            <a:t>os</a:t>
          </a:r>
          <a:r>
            <a:rPr lang="en-US" sz="1200" b="1" kern="1200" dirty="0"/>
            <a:t> dados </a:t>
          </a:r>
          <a:r>
            <a:rPr lang="en-US" sz="1200" b="1" kern="1200" dirty="0" err="1"/>
            <a:t>quando</a:t>
          </a:r>
          <a:r>
            <a:rPr lang="en-US" sz="1200" b="1" kern="1200" dirty="0"/>
            <a:t> o </a:t>
          </a:r>
          <a:r>
            <a:rPr lang="en-US" sz="1200" b="1" kern="1200" dirty="0" err="1"/>
            <a:t>navegador</a:t>
          </a:r>
          <a:r>
            <a:rPr lang="en-US" sz="1200" b="1" kern="1200" dirty="0"/>
            <a:t> </a:t>
          </a:r>
          <a:r>
            <a:rPr lang="en-US" sz="1200" b="1" kern="1200" dirty="0" err="1"/>
            <a:t>faz</a:t>
          </a:r>
          <a:r>
            <a:rPr lang="en-US" sz="1200" b="1" kern="1200" dirty="0"/>
            <a:t> </a:t>
          </a:r>
          <a:r>
            <a:rPr lang="en-US" sz="1200" b="1" kern="1200" dirty="0" err="1"/>
            <a:t>uma</a:t>
          </a:r>
          <a:r>
            <a:rPr lang="en-US" sz="1200" b="1" kern="1200" dirty="0"/>
            <a:t> </a:t>
          </a:r>
          <a:r>
            <a:rPr lang="en-US" sz="1200" b="1" kern="1200" dirty="0" err="1"/>
            <a:t>requisição</a:t>
          </a:r>
          <a:r>
            <a:rPr lang="en-US" sz="1200" b="1" kern="1200" dirty="0"/>
            <a:t>. Ele </a:t>
          </a:r>
          <a:r>
            <a:rPr lang="en-US" sz="1200" b="1" kern="1200" dirty="0" err="1"/>
            <a:t>responde</a:t>
          </a:r>
          <a:r>
            <a:rPr lang="en-US" sz="1200" b="1" kern="1200" dirty="0"/>
            <a:t> com </a:t>
          </a:r>
          <a:r>
            <a:rPr lang="en-US" sz="1200" b="1" kern="1200" dirty="0" err="1"/>
            <a:t>arquivos</a:t>
          </a:r>
          <a:r>
            <a:rPr lang="en-US" sz="1200" b="1" kern="1200" dirty="0"/>
            <a:t>, </a:t>
          </a:r>
          <a:r>
            <a:rPr lang="en-US" sz="1200" b="1" kern="1200" dirty="0" err="1"/>
            <a:t>textos</a:t>
          </a:r>
          <a:r>
            <a:rPr lang="en-US" sz="1200" b="1" kern="1200" dirty="0"/>
            <a:t>, imagens </a:t>
          </a:r>
          <a:r>
            <a:rPr lang="en-US" sz="1200" b="1" kern="1200" dirty="0" err="1"/>
            <a:t>ou</a:t>
          </a:r>
          <a:r>
            <a:rPr lang="en-US" sz="1200" b="1" kern="1200" dirty="0"/>
            <a:t> o que for </a:t>
          </a:r>
          <a:r>
            <a:rPr lang="en-US" sz="1200" b="1" kern="1200" dirty="0" err="1"/>
            <a:t>solicitado</a:t>
          </a:r>
          <a:r>
            <a:rPr lang="en-US" sz="1200" b="1" kern="1200" dirty="0"/>
            <a:t>.</a:t>
          </a:r>
          <a:endParaRPr lang="en-US" sz="1200" kern="1200" dirty="0"/>
        </a:p>
      </dsp:txBody>
      <dsp:txXfrm>
        <a:off x="2382140" y="3511211"/>
        <a:ext cx="2788921" cy="1006515"/>
      </dsp:txXfrm>
    </dsp:sp>
    <dsp:sp modelId="{9C12D13C-77A6-4E56-B22D-52C2182D9268}">
      <dsp:nvSpPr>
        <dsp:cNvPr id="0" name=""/>
        <dsp:cNvSpPr/>
      </dsp:nvSpPr>
      <dsp:spPr>
        <a:xfrm>
          <a:off x="1994509" y="5591775"/>
          <a:ext cx="35523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5231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62478" y="5635563"/>
        <a:ext cx="19291" cy="3862"/>
      </dsp:txXfrm>
    </dsp:sp>
    <dsp:sp modelId="{146C6389-29F7-44BB-ACC2-37D029926A26}">
      <dsp:nvSpPr>
        <dsp:cNvPr id="0" name=""/>
        <dsp:cNvSpPr/>
      </dsp:nvSpPr>
      <dsp:spPr>
        <a:xfrm>
          <a:off x="318782" y="5134237"/>
          <a:ext cx="1677526" cy="100651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200" tIns="86284" rIns="82200" bIns="8628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🤝 Promises</a:t>
          </a:r>
          <a:endParaRPr lang="en-US" sz="1200" kern="1200"/>
        </a:p>
      </dsp:txBody>
      <dsp:txXfrm>
        <a:off x="318782" y="5134237"/>
        <a:ext cx="1677526" cy="1006515"/>
      </dsp:txXfrm>
    </dsp:sp>
    <dsp:sp modelId="{114D5837-9BFB-4926-8791-E25E0228E35B}">
      <dsp:nvSpPr>
        <dsp:cNvPr id="0" name=""/>
        <dsp:cNvSpPr/>
      </dsp:nvSpPr>
      <dsp:spPr>
        <a:xfrm>
          <a:off x="2382140" y="4903558"/>
          <a:ext cx="2819032" cy="14678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200" tIns="86284" rIns="82200" bIns="86284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São </a:t>
          </a:r>
          <a:r>
            <a:rPr lang="en-US" sz="1200" b="1" kern="1200" dirty="0" err="1"/>
            <a:t>objetos</a:t>
          </a:r>
          <a:r>
            <a:rPr lang="en-US" sz="1200" b="1" kern="1200" dirty="0"/>
            <a:t> do JavaScript que </a:t>
          </a:r>
          <a:r>
            <a:rPr lang="en-US" sz="1200" b="1" kern="1200" dirty="0" err="1"/>
            <a:t>representam</a:t>
          </a:r>
          <a:r>
            <a:rPr lang="en-US" sz="1200" b="1" kern="1200" dirty="0"/>
            <a:t> </a:t>
          </a:r>
          <a:r>
            <a:rPr lang="en-US" sz="1200" b="1" kern="1200" dirty="0" err="1"/>
            <a:t>uma</a:t>
          </a:r>
          <a:r>
            <a:rPr lang="en-US" sz="1200" b="1" kern="1200" dirty="0"/>
            <a:t> </a:t>
          </a:r>
          <a:r>
            <a:rPr lang="en-US" sz="1200" b="1" kern="1200" dirty="0" err="1"/>
            <a:t>promessa</a:t>
          </a:r>
          <a:r>
            <a:rPr lang="en-US" sz="1200" b="1" kern="1200" dirty="0"/>
            <a:t> de que algo </a:t>
          </a:r>
          <a:r>
            <a:rPr lang="en-US" sz="1200" b="1" kern="1200" dirty="0" err="1"/>
            <a:t>será</a:t>
          </a:r>
          <a:r>
            <a:rPr lang="en-US" sz="1200" b="1" kern="1200" dirty="0"/>
            <a:t> </a:t>
          </a:r>
          <a:r>
            <a:rPr lang="en-US" sz="1200" b="1" kern="1200" dirty="0" err="1"/>
            <a:t>feito</a:t>
          </a:r>
          <a:r>
            <a:rPr lang="en-US" sz="1200" b="1" kern="1200" dirty="0"/>
            <a:t> no </a:t>
          </a:r>
          <a:r>
            <a:rPr lang="en-US" sz="1200" b="1" kern="1200" dirty="0" err="1"/>
            <a:t>futuro</a:t>
          </a:r>
          <a:r>
            <a:rPr lang="en-US" sz="1200" b="1" kern="1200" dirty="0"/>
            <a:t>. Elas </a:t>
          </a:r>
          <a:r>
            <a:rPr lang="en-US" sz="1200" b="1" kern="1200" dirty="0" err="1"/>
            <a:t>ajudam</a:t>
          </a:r>
          <a:r>
            <a:rPr lang="en-US" sz="1200" b="1" kern="1200" dirty="0"/>
            <a:t> a lidar com </a:t>
          </a:r>
          <a:r>
            <a:rPr lang="en-US" sz="1200" b="1" kern="1200" dirty="0" err="1"/>
            <a:t>ações</a:t>
          </a:r>
          <a:r>
            <a:rPr lang="en-US" sz="1200" b="1" kern="1200" dirty="0"/>
            <a:t> </a:t>
          </a:r>
          <a:r>
            <a:rPr lang="en-US" sz="1200" b="1" kern="1200" dirty="0" err="1"/>
            <a:t>assíncronas</a:t>
          </a:r>
          <a:r>
            <a:rPr lang="en-US" sz="1200" b="1" kern="1200" dirty="0"/>
            <a:t>, </a:t>
          </a:r>
          <a:r>
            <a:rPr lang="en-US" sz="1200" b="1" kern="1200" dirty="0" err="1"/>
            <a:t>como</a:t>
          </a:r>
          <a:r>
            <a:rPr lang="en-US" sz="1200" b="1" kern="1200" dirty="0"/>
            <a:t> </a:t>
          </a:r>
          <a:r>
            <a:rPr lang="en-US" sz="1200" b="1" kern="1200" dirty="0" err="1"/>
            <a:t>esperar</a:t>
          </a:r>
          <a:r>
            <a:rPr lang="en-US" sz="1200" b="1" kern="1200" dirty="0"/>
            <a:t> </a:t>
          </a:r>
          <a:r>
            <a:rPr lang="en-US" sz="1200" b="1" kern="1200" dirty="0" err="1"/>
            <a:t>uma</a:t>
          </a:r>
          <a:r>
            <a:rPr lang="en-US" sz="1200" b="1" kern="1200" dirty="0"/>
            <a:t> </a:t>
          </a:r>
          <a:r>
            <a:rPr lang="en-US" sz="1200" b="1" kern="1200" dirty="0" err="1"/>
            <a:t>resposta</a:t>
          </a:r>
          <a:r>
            <a:rPr lang="en-US" sz="1200" b="1" kern="1200" dirty="0"/>
            <a:t> do </a:t>
          </a:r>
          <a:r>
            <a:rPr lang="en-US" sz="1200" b="1" kern="1200" dirty="0" err="1"/>
            <a:t>servidor</a:t>
          </a:r>
          <a:r>
            <a:rPr lang="en-US" sz="1200" b="1" kern="1200" dirty="0"/>
            <a:t>. </a:t>
          </a:r>
          <a:r>
            <a:rPr lang="en-US" sz="1200" b="1" kern="1200" dirty="0" err="1"/>
            <a:t>Podem</a:t>
          </a:r>
          <a:r>
            <a:rPr lang="en-US" sz="1200" b="1" kern="1200" dirty="0"/>
            <a:t> </a:t>
          </a:r>
          <a:r>
            <a:rPr lang="en-US" sz="1200" b="1" kern="1200" dirty="0" err="1"/>
            <a:t>estar</a:t>
          </a:r>
          <a:r>
            <a:rPr lang="en-US" sz="1200" b="1" kern="1200" dirty="0"/>
            <a:t>:</a:t>
          </a:r>
          <a:endParaRPr lang="en-US" sz="12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 dirty="0"/>
            <a:t>Pendente (</a:t>
          </a:r>
          <a:r>
            <a:rPr lang="en-US" sz="900" b="1" kern="1200" dirty="0" err="1"/>
            <a:t>ainda</a:t>
          </a:r>
          <a:r>
            <a:rPr lang="en-US" sz="900" b="1" kern="1200" dirty="0"/>
            <a:t> </a:t>
          </a:r>
          <a:r>
            <a:rPr lang="en-US" sz="900" b="1" kern="1200" dirty="0" err="1"/>
            <a:t>esperando</a:t>
          </a:r>
          <a:r>
            <a:rPr lang="en-US" sz="900" b="1" kern="1200" dirty="0"/>
            <a:t>),</a:t>
          </a:r>
          <a:endParaRPr lang="en-US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/>
            <a:t>Resolvida (deu certo),</a:t>
          </a:r>
          <a:endParaRPr lang="en-US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b="1" kern="1200"/>
            <a:t>Rejeitada (deu erro).</a:t>
          </a:r>
          <a:endParaRPr lang="en-US" sz="900" kern="1200"/>
        </a:p>
      </dsp:txBody>
      <dsp:txXfrm>
        <a:off x="2382140" y="4903558"/>
        <a:ext cx="2819032" cy="14678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3DEA8B-1728-4AD7-A36D-0FFFD0394C4C}">
      <dsp:nvSpPr>
        <dsp:cNvPr id="0" name=""/>
        <dsp:cNvSpPr/>
      </dsp:nvSpPr>
      <dsp:spPr>
        <a:xfrm>
          <a:off x="0" y="470"/>
          <a:ext cx="4697730" cy="64749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AA5D3B-BCD2-40EE-ADF7-CD60B5029A62}">
      <dsp:nvSpPr>
        <dsp:cNvPr id="0" name=""/>
        <dsp:cNvSpPr/>
      </dsp:nvSpPr>
      <dsp:spPr>
        <a:xfrm>
          <a:off x="195868" y="146157"/>
          <a:ext cx="356124" cy="3561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2AB2DD-69AA-4C5C-9F4F-DA4903D0A868}">
      <dsp:nvSpPr>
        <dsp:cNvPr id="0" name=""/>
        <dsp:cNvSpPr/>
      </dsp:nvSpPr>
      <dsp:spPr>
        <a:xfrm>
          <a:off x="747862" y="470"/>
          <a:ext cx="3949867" cy="64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27" tIns="68527" rIns="68527" bIns="6852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HTML5: Estrutura do formulário</a:t>
          </a:r>
        </a:p>
      </dsp:txBody>
      <dsp:txXfrm>
        <a:off x="747862" y="470"/>
        <a:ext cx="3949867" cy="647499"/>
      </dsp:txXfrm>
    </dsp:sp>
    <dsp:sp modelId="{73E40312-5E5E-4929-BC08-1774EB04BBDF}">
      <dsp:nvSpPr>
        <dsp:cNvPr id="0" name=""/>
        <dsp:cNvSpPr/>
      </dsp:nvSpPr>
      <dsp:spPr>
        <a:xfrm>
          <a:off x="0" y="809844"/>
          <a:ext cx="4697730" cy="64749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A7FC1E-0642-496B-A8AA-FE1936F69EA9}">
      <dsp:nvSpPr>
        <dsp:cNvPr id="0" name=""/>
        <dsp:cNvSpPr/>
      </dsp:nvSpPr>
      <dsp:spPr>
        <a:xfrm>
          <a:off x="195868" y="955532"/>
          <a:ext cx="356124" cy="3561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A81344-F42C-4E07-B8D4-28868C1BF922}">
      <dsp:nvSpPr>
        <dsp:cNvPr id="0" name=""/>
        <dsp:cNvSpPr/>
      </dsp:nvSpPr>
      <dsp:spPr>
        <a:xfrm>
          <a:off x="747862" y="809844"/>
          <a:ext cx="3949867" cy="64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27" tIns="68527" rIns="68527" bIns="6852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CSS3 + Bootstrap: Estilização e responsividade</a:t>
          </a:r>
        </a:p>
      </dsp:txBody>
      <dsp:txXfrm>
        <a:off x="747862" y="809844"/>
        <a:ext cx="3949867" cy="647499"/>
      </dsp:txXfrm>
    </dsp:sp>
    <dsp:sp modelId="{6E0BE7FE-871F-4363-993A-E7AC1EB2430D}">
      <dsp:nvSpPr>
        <dsp:cNvPr id="0" name=""/>
        <dsp:cNvSpPr/>
      </dsp:nvSpPr>
      <dsp:spPr>
        <a:xfrm>
          <a:off x="0" y="1619219"/>
          <a:ext cx="4697730" cy="64749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B81B80-79CD-46C4-B2E8-AAFDCA9BABC3}">
      <dsp:nvSpPr>
        <dsp:cNvPr id="0" name=""/>
        <dsp:cNvSpPr/>
      </dsp:nvSpPr>
      <dsp:spPr>
        <a:xfrm>
          <a:off x="195868" y="1764906"/>
          <a:ext cx="356124" cy="3561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2727A3-EE6B-4689-9C9B-A7728EE6E677}">
      <dsp:nvSpPr>
        <dsp:cNvPr id="0" name=""/>
        <dsp:cNvSpPr/>
      </dsp:nvSpPr>
      <dsp:spPr>
        <a:xfrm>
          <a:off x="747862" y="1619219"/>
          <a:ext cx="3949867" cy="64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27" tIns="68527" rIns="68527" bIns="6852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JavaScript: Lógica e interatividade</a:t>
          </a:r>
        </a:p>
      </dsp:txBody>
      <dsp:txXfrm>
        <a:off x="747862" y="1619219"/>
        <a:ext cx="3949867" cy="647499"/>
      </dsp:txXfrm>
    </dsp:sp>
    <dsp:sp modelId="{1AE15FE7-5CB1-4949-B34C-89F853D4CD27}">
      <dsp:nvSpPr>
        <dsp:cNvPr id="0" name=""/>
        <dsp:cNvSpPr/>
      </dsp:nvSpPr>
      <dsp:spPr>
        <a:xfrm>
          <a:off x="0" y="2428594"/>
          <a:ext cx="4697730" cy="64749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B5A7C1-2BE9-4F40-BC6A-AB095EE63AC4}">
      <dsp:nvSpPr>
        <dsp:cNvPr id="0" name=""/>
        <dsp:cNvSpPr/>
      </dsp:nvSpPr>
      <dsp:spPr>
        <a:xfrm>
          <a:off x="195868" y="2574281"/>
          <a:ext cx="356124" cy="3561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BF3929-5BD5-4883-8145-7A92CB90D421}">
      <dsp:nvSpPr>
        <dsp:cNvPr id="0" name=""/>
        <dsp:cNvSpPr/>
      </dsp:nvSpPr>
      <dsp:spPr>
        <a:xfrm>
          <a:off x="747862" y="2428594"/>
          <a:ext cx="3949867" cy="64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27" tIns="68527" rIns="68527" bIns="6852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Fetch API: Comunicação Assíncrona com Front-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   End</a:t>
          </a:r>
        </a:p>
      </dsp:txBody>
      <dsp:txXfrm>
        <a:off x="747862" y="2428594"/>
        <a:ext cx="3949867" cy="647499"/>
      </dsp:txXfrm>
    </dsp:sp>
    <dsp:sp modelId="{F0D6C77E-1249-49B5-A1AC-B2C8947F0FFE}">
      <dsp:nvSpPr>
        <dsp:cNvPr id="0" name=""/>
        <dsp:cNvSpPr/>
      </dsp:nvSpPr>
      <dsp:spPr>
        <a:xfrm>
          <a:off x="0" y="3237968"/>
          <a:ext cx="4697730" cy="64749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A3B17A-119E-4A33-968A-0102D58D45EF}">
      <dsp:nvSpPr>
        <dsp:cNvPr id="0" name=""/>
        <dsp:cNvSpPr/>
      </dsp:nvSpPr>
      <dsp:spPr>
        <a:xfrm>
          <a:off x="195868" y="3383656"/>
          <a:ext cx="356124" cy="35612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537E2D-4DF1-4B75-8CF4-38E782E24E97}">
      <dsp:nvSpPr>
        <dsp:cNvPr id="0" name=""/>
        <dsp:cNvSpPr/>
      </dsp:nvSpPr>
      <dsp:spPr>
        <a:xfrm>
          <a:off x="747862" y="3237968"/>
          <a:ext cx="3949867" cy="64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27" tIns="68527" rIns="68527" bIns="6852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Servidor</a:t>
          </a:r>
        </a:p>
      </dsp:txBody>
      <dsp:txXfrm>
        <a:off x="747862" y="3237968"/>
        <a:ext cx="3949867" cy="647499"/>
      </dsp:txXfrm>
    </dsp:sp>
    <dsp:sp modelId="{EDB956D3-C788-40A9-883E-0D14513EFE2A}">
      <dsp:nvSpPr>
        <dsp:cNvPr id="0" name=""/>
        <dsp:cNvSpPr/>
      </dsp:nvSpPr>
      <dsp:spPr>
        <a:xfrm>
          <a:off x="0" y="4047343"/>
          <a:ext cx="4697730" cy="64749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8B8C89-2C09-41BE-89BD-BBBFA6DDAA11}">
      <dsp:nvSpPr>
        <dsp:cNvPr id="0" name=""/>
        <dsp:cNvSpPr/>
      </dsp:nvSpPr>
      <dsp:spPr>
        <a:xfrm>
          <a:off x="195868" y="4193030"/>
          <a:ext cx="356124" cy="35612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B4C9D5-8BEC-48D5-A4FB-F51E59CD3E9A}">
      <dsp:nvSpPr>
        <dsp:cNvPr id="0" name=""/>
        <dsp:cNvSpPr/>
      </dsp:nvSpPr>
      <dsp:spPr>
        <a:xfrm>
          <a:off x="747862" y="4047343"/>
          <a:ext cx="3949867" cy="64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27" tIns="68527" rIns="68527" bIns="6852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• API </a:t>
          </a:r>
          <a:r>
            <a:rPr lang="en-US" sz="1400" kern="1200" dirty="0" err="1"/>
            <a:t>ViaCEP</a:t>
          </a:r>
          <a:r>
            <a:rPr lang="en-US" sz="1400" kern="1200" dirty="0"/>
            <a:t>: </a:t>
          </a:r>
          <a:r>
            <a:rPr lang="en-US" sz="1400" kern="1200" dirty="0" err="1"/>
            <a:t>Retorna</a:t>
          </a:r>
          <a:r>
            <a:rPr lang="en-US" sz="1400" kern="1200" dirty="0"/>
            <a:t> com </a:t>
          </a:r>
          <a:r>
            <a:rPr lang="en-US" sz="1400" kern="1200" dirty="0" err="1"/>
            <a:t>os</a:t>
          </a:r>
          <a:r>
            <a:rPr lang="en-US" sz="1400" kern="1200" dirty="0"/>
            <a:t> dados </a:t>
          </a:r>
          <a:r>
            <a:rPr lang="en-US" sz="1400" kern="1200" dirty="0" err="1"/>
            <a:t>preenchidos</a:t>
          </a:r>
          <a:r>
            <a:rPr lang="en-US" sz="1400" kern="1200" dirty="0"/>
            <a:t> no  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    </a:t>
          </a:r>
          <a:r>
            <a:rPr lang="en-US" sz="1400" kern="1200" dirty="0" err="1"/>
            <a:t>formulário</a:t>
          </a:r>
          <a:r>
            <a:rPr lang="en-US" sz="1400" kern="1200" dirty="0"/>
            <a:t> </a:t>
          </a:r>
          <a:r>
            <a:rPr lang="pt-BR" sz="1400" kern="1200" dirty="0"/>
            <a:t>  </a:t>
          </a:r>
          <a:endParaRPr lang="en-US" sz="1400" kern="1200" dirty="0"/>
        </a:p>
      </dsp:txBody>
      <dsp:txXfrm>
        <a:off x="747862" y="4047343"/>
        <a:ext cx="3949867" cy="647499"/>
      </dsp:txXfrm>
    </dsp:sp>
    <dsp:sp modelId="{CA01E5BD-2264-4126-A20A-77F128DC4D7C}">
      <dsp:nvSpPr>
        <dsp:cNvPr id="0" name=""/>
        <dsp:cNvSpPr/>
      </dsp:nvSpPr>
      <dsp:spPr>
        <a:xfrm>
          <a:off x="0" y="4856717"/>
          <a:ext cx="4697730" cy="64749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01056F-866B-40BC-8A7B-2D5E59CBB3E6}">
      <dsp:nvSpPr>
        <dsp:cNvPr id="0" name=""/>
        <dsp:cNvSpPr/>
      </dsp:nvSpPr>
      <dsp:spPr>
        <a:xfrm>
          <a:off x="195868" y="5002405"/>
          <a:ext cx="356124" cy="356124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DC030-E22F-47BC-96B9-69BFCF37EC6F}">
      <dsp:nvSpPr>
        <dsp:cNvPr id="0" name=""/>
        <dsp:cNvSpPr/>
      </dsp:nvSpPr>
      <dsp:spPr>
        <a:xfrm>
          <a:off x="747862" y="4856717"/>
          <a:ext cx="3949867" cy="64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27" tIns="68527" rIns="68527" bIns="6852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Base no CEP</a:t>
          </a:r>
        </a:p>
      </dsp:txBody>
      <dsp:txXfrm>
        <a:off x="747862" y="4856717"/>
        <a:ext cx="3949867" cy="6474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5293D8-7252-48FC-A2A4-FE242E41F9FF}">
      <dsp:nvSpPr>
        <dsp:cNvPr id="0" name=""/>
        <dsp:cNvSpPr/>
      </dsp:nvSpPr>
      <dsp:spPr>
        <a:xfrm>
          <a:off x="0" y="37563"/>
          <a:ext cx="491651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dirty="0"/>
            <a:t>1. Crie uma pasta do projeto no seu computador.</a:t>
          </a:r>
          <a:endParaRPr lang="en-US" sz="2600" kern="1200" dirty="0"/>
        </a:p>
      </dsp:txBody>
      <dsp:txXfrm>
        <a:off x="50489" y="88052"/>
        <a:ext cx="4815532" cy="933302"/>
      </dsp:txXfrm>
    </dsp:sp>
    <dsp:sp modelId="{4DC5326E-548E-41E8-BA74-2CBA4A64F482}">
      <dsp:nvSpPr>
        <dsp:cNvPr id="0" name=""/>
        <dsp:cNvSpPr/>
      </dsp:nvSpPr>
      <dsp:spPr>
        <a:xfrm>
          <a:off x="0" y="1146723"/>
          <a:ext cx="491651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dirty="0"/>
            <a:t>2. Copie o código HTML, CSS e JS para essa pasta.</a:t>
          </a:r>
          <a:endParaRPr lang="en-US" sz="2600" kern="1200" dirty="0"/>
        </a:p>
      </dsp:txBody>
      <dsp:txXfrm>
        <a:off x="50489" y="1197212"/>
        <a:ext cx="4815532" cy="933302"/>
      </dsp:txXfrm>
    </dsp:sp>
    <dsp:sp modelId="{35953E07-94F7-4594-815F-03A4BCF75314}">
      <dsp:nvSpPr>
        <dsp:cNvPr id="0" name=""/>
        <dsp:cNvSpPr/>
      </dsp:nvSpPr>
      <dsp:spPr>
        <a:xfrm>
          <a:off x="0" y="2255883"/>
          <a:ext cx="491651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dirty="0"/>
            <a:t>3. Crie subpastas como /src/js e salve o arquivo main.js lá.</a:t>
          </a:r>
          <a:endParaRPr lang="en-US" sz="2600" kern="1200" dirty="0"/>
        </a:p>
      </dsp:txBody>
      <dsp:txXfrm>
        <a:off x="50489" y="2306372"/>
        <a:ext cx="4815532" cy="933302"/>
      </dsp:txXfrm>
    </dsp:sp>
    <dsp:sp modelId="{4EA6D045-8E5D-493D-AB5D-C976DE3F222E}">
      <dsp:nvSpPr>
        <dsp:cNvPr id="0" name=""/>
        <dsp:cNvSpPr/>
      </dsp:nvSpPr>
      <dsp:spPr>
        <a:xfrm>
          <a:off x="0" y="3365043"/>
          <a:ext cx="491651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dirty="0"/>
            <a:t>4. Instale o Bootstrap via npm: npm install bootstrap --save</a:t>
          </a:r>
          <a:endParaRPr lang="en-US" sz="2600" kern="1200" dirty="0"/>
        </a:p>
      </dsp:txBody>
      <dsp:txXfrm>
        <a:off x="50489" y="3415532"/>
        <a:ext cx="4815532" cy="933302"/>
      </dsp:txXfrm>
    </dsp:sp>
    <dsp:sp modelId="{7186C088-0BED-4F7A-8E57-7F81712934AB}">
      <dsp:nvSpPr>
        <dsp:cNvPr id="0" name=""/>
        <dsp:cNvSpPr/>
      </dsp:nvSpPr>
      <dsp:spPr>
        <a:xfrm>
          <a:off x="0" y="4474203"/>
          <a:ext cx="4916510" cy="1034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dirty="0"/>
            <a:t>5. Execute o projeto abrindo o HTML em um navegador.</a:t>
          </a:r>
          <a:endParaRPr lang="en-US" sz="2600" kern="1200" dirty="0"/>
        </a:p>
      </dsp:txBody>
      <dsp:txXfrm>
        <a:off x="50489" y="4524692"/>
        <a:ext cx="4815532" cy="9333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B8B626-9E27-4113-9F91-EEDDD8F74639}">
      <dsp:nvSpPr>
        <dsp:cNvPr id="0" name=""/>
        <dsp:cNvSpPr/>
      </dsp:nvSpPr>
      <dsp:spPr>
        <a:xfrm>
          <a:off x="523019" y="60610"/>
          <a:ext cx="821355" cy="82135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BED318-31B2-49A1-8CE9-5BA37C769ADA}">
      <dsp:nvSpPr>
        <dsp:cNvPr id="0" name=""/>
        <dsp:cNvSpPr/>
      </dsp:nvSpPr>
      <dsp:spPr>
        <a:xfrm>
          <a:off x="698062" y="235653"/>
          <a:ext cx="471269" cy="4712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EE30EB-AC16-4709-AD64-E67A42B0CD30}">
      <dsp:nvSpPr>
        <dsp:cNvPr id="0" name=""/>
        <dsp:cNvSpPr/>
      </dsp:nvSpPr>
      <dsp:spPr>
        <a:xfrm>
          <a:off x="260455" y="1137798"/>
          <a:ext cx="1346484" cy="538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kern="1200" dirty="0"/>
            <a:t>• Captura o CEP digitado pelo usuário.</a:t>
          </a:r>
          <a:endParaRPr lang="en-US" sz="1100" kern="1200" dirty="0"/>
        </a:p>
      </dsp:txBody>
      <dsp:txXfrm>
        <a:off x="260455" y="1137798"/>
        <a:ext cx="1346484" cy="538593"/>
      </dsp:txXfrm>
    </dsp:sp>
    <dsp:sp modelId="{0F81CE01-183E-4B69-ADD6-8A806C513A73}">
      <dsp:nvSpPr>
        <dsp:cNvPr id="0" name=""/>
        <dsp:cNvSpPr/>
      </dsp:nvSpPr>
      <dsp:spPr>
        <a:xfrm>
          <a:off x="2105138" y="60610"/>
          <a:ext cx="821355" cy="82135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165682-A139-47D8-9D24-C198D349911C}">
      <dsp:nvSpPr>
        <dsp:cNvPr id="0" name=""/>
        <dsp:cNvSpPr/>
      </dsp:nvSpPr>
      <dsp:spPr>
        <a:xfrm>
          <a:off x="2280181" y="235653"/>
          <a:ext cx="471269" cy="4712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BE4DE3-585F-4BC3-8159-0CC5BAF4C1E7}">
      <dsp:nvSpPr>
        <dsp:cNvPr id="0" name=""/>
        <dsp:cNvSpPr/>
      </dsp:nvSpPr>
      <dsp:spPr>
        <a:xfrm>
          <a:off x="1842574" y="1137798"/>
          <a:ext cx="1346484" cy="538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kern="1200" dirty="0"/>
            <a:t>• Remove caracteres desnecessários (ex: hífen).</a:t>
          </a:r>
          <a:endParaRPr lang="en-US" sz="1100" kern="1200" dirty="0"/>
        </a:p>
      </dsp:txBody>
      <dsp:txXfrm>
        <a:off x="1842574" y="1137798"/>
        <a:ext cx="1346484" cy="538593"/>
      </dsp:txXfrm>
    </dsp:sp>
    <dsp:sp modelId="{1FBE97BC-98BB-417B-97DC-4AADEEFA7786}">
      <dsp:nvSpPr>
        <dsp:cNvPr id="0" name=""/>
        <dsp:cNvSpPr/>
      </dsp:nvSpPr>
      <dsp:spPr>
        <a:xfrm>
          <a:off x="3687257" y="60610"/>
          <a:ext cx="821355" cy="82135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95B78D-3B0B-4BB7-87BB-C1699CB176E2}">
      <dsp:nvSpPr>
        <dsp:cNvPr id="0" name=""/>
        <dsp:cNvSpPr/>
      </dsp:nvSpPr>
      <dsp:spPr>
        <a:xfrm>
          <a:off x="3862300" y="235653"/>
          <a:ext cx="471269" cy="4712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900A63-F9DA-4733-938B-5E6AAE2FCDE6}">
      <dsp:nvSpPr>
        <dsp:cNvPr id="0" name=""/>
        <dsp:cNvSpPr/>
      </dsp:nvSpPr>
      <dsp:spPr>
        <a:xfrm>
          <a:off x="3424693" y="1137798"/>
          <a:ext cx="1346484" cy="538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kern="1200" dirty="0"/>
            <a:t>• Faz uma requisição GET para a API ViaCEP.</a:t>
          </a:r>
          <a:endParaRPr lang="en-US" sz="1100" kern="1200" dirty="0"/>
        </a:p>
      </dsp:txBody>
      <dsp:txXfrm>
        <a:off x="3424693" y="1137798"/>
        <a:ext cx="1346484" cy="538593"/>
      </dsp:txXfrm>
    </dsp:sp>
    <dsp:sp modelId="{1A9B7134-8A15-4083-B2AF-2A398AF78C28}">
      <dsp:nvSpPr>
        <dsp:cNvPr id="0" name=""/>
        <dsp:cNvSpPr/>
      </dsp:nvSpPr>
      <dsp:spPr>
        <a:xfrm>
          <a:off x="5269376" y="1454"/>
          <a:ext cx="821355" cy="82135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5348ED-6476-4F54-976E-B1DDF5A75916}">
      <dsp:nvSpPr>
        <dsp:cNvPr id="0" name=""/>
        <dsp:cNvSpPr/>
      </dsp:nvSpPr>
      <dsp:spPr>
        <a:xfrm>
          <a:off x="5444419" y="176497"/>
          <a:ext cx="471269" cy="4712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BBAFBD-F10A-40CE-A634-86D9F080A6A9}">
      <dsp:nvSpPr>
        <dsp:cNvPr id="0" name=""/>
        <dsp:cNvSpPr/>
      </dsp:nvSpPr>
      <dsp:spPr>
        <a:xfrm>
          <a:off x="5006812" y="960328"/>
          <a:ext cx="1346484" cy="7752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kern="1200" dirty="0"/>
            <a:t>• Ao receber a resposta, preenche os campos do Fomulário </a:t>
          </a:r>
          <a:endParaRPr lang="en-US" sz="1100" kern="1200" dirty="0"/>
        </a:p>
      </dsp:txBody>
      <dsp:txXfrm>
        <a:off x="5006812" y="960328"/>
        <a:ext cx="1346484" cy="775219"/>
      </dsp:txXfrm>
    </dsp:sp>
    <dsp:sp modelId="{AC87712B-C147-4788-9840-5CF55424B022}">
      <dsp:nvSpPr>
        <dsp:cNvPr id="0" name=""/>
        <dsp:cNvSpPr/>
      </dsp:nvSpPr>
      <dsp:spPr>
        <a:xfrm>
          <a:off x="6851496" y="60610"/>
          <a:ext cx="821355" cy="82135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9AABB7-64EE-44A8-A3AA-3EFE8A31F888}">
      <dsp:nvSpPr>
        <dsp:cNvPr id="0" name=""/>
        <dsp:cNvSpPr/>
      </dsp:nvSpPr>
      <dsp:spPr>
        <a:xfrm>
          <a:off x="7026539" y="235653"/>
          <a:ext cx="471269" cy="47126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3DDEC5-7540-4115-A7DB-77280C489333}">
      <dsp:nvSpPr>
        <dsp:cNvPr id="0" name=""/>
        <dsp:cNvSpPr/>
      </dsp:nvSpPr>
      <dsp:spPr>
        <a:xfrm>
          <a:off x="6588931" y="1137798"/>
          <a:ext cx="1346484" cy="538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• </a:t>
          </a:r>
          <a:r>
            <a:rPr lang="pt-BR" sz="1100" kern="1200" dirty="0"/>
            <a:t>formulário.</a:t>
          </a:r>
          <a:endParaRPr lang="en-US" sz="1100" kern="1200" dirty="0"/>
        </a:p>
      </dsp:txBody>
      <dsp:txXfrm>
        <a:off x="6588931" y="1137798"/>
        <a:ext cx="1346484" cy="538593"/>
      </dsp:txXfrm>
    </dsp:sp>
    <dsp:sp modelId="{F72BB028-1309-4CE3-A665-1F3AB4FAAD8E}">
      <dsp:nvSpPr>
        <dsp:cNvPr id="0" name=""/>
        <dsp:cNvSpPr/>
      </dsp:nvSpPr>
      <dsp:spPr>
        <a:xfrm>
          <a:off x="3687257" y="2072169"/>
          <a:ext cx="821355" cy="82135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6EAEC5-AF0C-4D33-B7A2-D34AF6D9609B}">
      <dsp:nvSpPr>
        <dsp:cNvPr id="0" name=""/>
        <dsp:cNvSpPr/>
      </dsp:nvSpPr>
      <dsp:spPr>
        <a:xfrm>
          <a:off x="3862300" y="2247212"/>
          <a:ext cx="471269" cy="47126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7D857F-9081-4964-A9D4-86B8AA0713E5}">
      <dsp:nvSpPr>
        <dsp:cNvPr id="0" name=""/>
        <dsp:cNvSpPr/>
      </dsp:nvSpPr>
      <dsp:spPr>
        <a:xfrm>
          <a:off x="3424693" y="3149356"/>
          <a:ext cx="1346484" cy="5385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100" kern="1200" dirty="0"/>
            <a:t>• Se houver erro, exibe mensagem no console.</a:t>
          </a:r>
          <a:endParaRPr lang="en-US" sz="1100" kern="1200" dirty="0"/>
        </a:p>
      </dsp:txBody>
      <dsp:txXfrm>
        <a:off x="3424693" y="3149356"/>
        <a:ext cx="1346484" cy="5385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92163-406A-495D-AA9E-2145A095C6F0}" type="datetimeFigureOut">
              <a:rPr lang="pt-BR" smtClean="0"/>
              <a:t>30/04/2025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63FEC-663F-46FF-806B-BD70C1ED74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129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63FEC-663F-46FF-806B-BD70C1ED74F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8932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Pi6wkdU2vR4?si=2BJQS-_Ke1qxymHO" TargetMode="Externa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Tutorial: Consulta de CEP Automatizada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120CC7-53E4-9DB6-2429-1FE8BD2F7F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38445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2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Introdução ao Projeto</a:t>
            </a:r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5E8E23D5-BCC1-F806-B2B0-B613BA5818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62998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8950" y="0"/>
            <a:ext cx="6118093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5902" y="1839884"/>
            <a:ext cx="6118095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190134" y="832294"/>
            <a:ext cx="6857999" cy="5192552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m 4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AA3A2D81-4D3D-6495-C53D-02775C3C9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193" y="457200"/>
            <a:ext cx="6567513" cy="59436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AD07593-8B3E-EE27-12C5-622F17E45E94}"/>
              </a:ext>
            </a:extLst>
          </p:cNvPr>
          <p:cNvSpPr txBox="1"/>
          <p:nvPr/>
        </p:nvSpPr>
        <p:spPr>
          <a:xfrm>
            <a:off x="1367406" y="517600"/>
            <a:ext cx="634459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pt-BR" b="1" i="0" dirty="0" err="1">
                <a:solidFill>
                  <a:srgbClr val="404040"/>
                </a:solidFill>
                <a:effectLst/>
                <a:latin typeface="DeepSeek-CJK-patch"/>
              </a:rPr>
              <a:t>JavaScript</a:t>
            </a:r>
            <a:r>
              <a:rPr lang="pt-BR" b="1" i="0" dirty="0">
                <a:solidFill>
                  <a:srgbClr val="404040"/>
                </a:solidFill>
                <a:effectLst/>
                <a:latin typeface="DeepSeek-CJK-patch"/>
              </a:rPr>
              <a:t> (FETCH) → Envia requisição → Servidor → Retorna resposta (dados em JSON)</a:t>
            </a:r>
            <a:r>
              <a:rPr lang="pt-BR" b="0" i="0" dirty="0">
                <a:solidFill>
                  <a:srgbClr val="404040"/>
                </a:solidFill>
                <a:effectLst/>
                <a:latin typeface="DeepSeek-CJK-patch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681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aixaDeTexto 10">
            <a:extLst>
              <a:ext uri="{FF2B5EF4-FFF2-40B4-BE49-F238E27FC236}">
                <a16:creationId xmlns:a16="http://schemas.microsoft.com/office/drawing/2014/main" id="{62F6DE47-A2F9-68A4-10F2-3F3EAA7E77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2555584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1666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8" name="CaixaDeTexto 2">
            <a:extLst>
              <a:ext uri="{FF2B5EF4-FFF2-40B4-BE49-F238E27FC236}">
                <a16:creationId xmlns:a16="http://schemas.microsoft.com/office/drawing/2014/main" id="{76C307D7-85C8-BB18-281E-434FAE18B1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7917214"/>
              </p:ext>
            </p:extLst>
          </p:nvPr>
        </p:nvGraphicFramePr>
        <p:xfrm>
          <a:off x="3405930" y="134224"/>
          <a:ext cx="5519956" cy="63756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808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0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pt-BR" sz="3800"/>
              <a:t>Tecnologias Utilizadas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6AFA3E-7B9C-2B38-46C0-7C55B3DDE9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8577589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31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pt-BR" sz="3500" dirty="0">
                <a:solidFill>
                  <a:srgbClr val="FFFFFF"/>
                </a:solidFill>
              </a:rPr>
              <a:t>Passo a Passo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E96B5CD6-03D7-98A6-6825-EC7B0ED1EB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8443510"/>
              </p:ext>
            </p:extLst>
          </p:nvPr>
        </p:nvGraphicFramePr>
        <p:xfrm>
          <a:off x="3607694" y="649480"/>
          <a:ext cx="4916510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pt-BR" sz="3500" dirty="0">
                <a:solidFill>
                  <a:srgbClr val="FFFFFF"/>
                </a:solidFill>
              </a:rPr>
              <a:t>Funcionamento do Código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D8D4C4F8-8D89-32C4-AAD9-B4CBEFCC2B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4042200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7FD7B5-A798-64EF-4D68-C37E79FC7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500" i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Apresentação do formulário para Consulta CEP no Navegador</a:t>
            </a:r>
            <a:br>
              <a:rPr lang="en-US" sz="250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2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762010CA-B269-98CA-C66C-A13BE28DBC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3649" y="1966293"/>
            <a:ext cx="7776699" cy="44521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11996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8C6EEC-EDE5-773E-046B-2EF5277D7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522" y="1209220"/>
            <a:ext cx="6860955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3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Bibliografia</a:t>
            </a:r>
            <a:br>
              <a:rPr lang="en-US" sz="2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300" kern="1200" dirty="0">
                <a:solidFill>
                  <a:srgbClr val="FFFFFF"/>
                </a:solidFill>
                <a:latin typeface="+mj-lt"/>
                <a:ea typeface="+mj-ea"/>
                <a:cs typeface="+mj-cs"/>
                <a:hlinkClick r:id="rId2"/>
              </a:rPr>
              <a:t>https://youtu.be/Pi6wkdU2vR4?si=2BJQS-_Ke1qxymHO</a:t>
            </a:r>
            <a:endParaRPr lang="en-US" sz="23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401" y="2383077"/>
            <a:ext cx="113652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3273" y="2265467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68625" y="2537201"/>
            <a:ext cx="95786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3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039" y="2832967"/>
            <a:ext cx="71820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5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79199" y="2803988"/>
            <a:ext cx="68354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7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0053" y="3242499"/>
            <a:ext cx="81469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9141714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441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200ED2-CD9E-9446-0076-4116C721C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QRCode:</a:t>
            </a:r>
            <a:b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Tutorial,</a:t>
            </a:r>
            <a:b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Apresentação e </a:t>
            </a:r>
            <a:b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Código VSCode</a:t>
            </a:r>
          </a:p>
        </p:txBody>
      </p:sp>
      <p:pic>
        <p:nvPicPr>
          <p:cNvPr id="5" name="Imagem 4" descr="Código QR&#10;&#10;O conteúdo gerado por IA pode estar incorreto.">
            <a:extLst>
              <a:ext uri="{FF2B5EF4-FFF2-40B4-BE49-F238E27FC236}">
                <a16:creationId xmlns:a16="http://schemas.microsoft.com/office/drawing/2014/main" id="{66C19D18-1DEC-F574-67E4-BD6359580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21" y="688899"/>
            <a:ext cx="5419311" cy="548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45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626</Words>
  <Application>Microsoft Office PowerPoint</Application>
  <PresentationFormat>Apresentação na tela (4:3)</PresentationFormat>
  <Paragraphs>59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DeepSeek-CJK-patch</vt:lpstr>
      <vt:lpstr>Office Theme</vt:lpstr>
      <vt:lpstr>Tutorial: Consulta de CEP Automatizada</vt:lpstr>
      <vt:lpstr>Introdução ao Projeto</vt:lpstr>
      <vt:lpstr>Apresentação do PowerPoint</vt:lpstr>
      <vt:lpstr>Apresentação do PowerPoint</vt:lpstr>
      <vt:lpstr>Apresentação do PowerPoint</vt:lpstr>
      <vt:lpstr>Tecnologias Utilizadas</vt:lpstr>
      <vt:lpstr>Passo a Passo</vt:lpstr>
      <vt:lpstr>Funcionamento do Código</vt:lpstr>
      <vt:lpstr>Apresentação do formulário para Consulta CEP no Navegador </vt:lpstr>
      <vt:lpstr>Bibliografia  https://youtu.be/Pi6wkdU2vR4?si=2BJQS-_Ke1qxymHO</vt:lpstr>
      <vt:lpstr>QRCode: Tutorial, Apresentação e  Código VSCode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Selma Monteiro</dc:creator>
  <cp:keywords/>
  <dc:description>generated using python-pptx</dc:description>
  <cp:lastModifiedBy>Selma Monteiro</cp:lastModifiedBy>
  <cp:revision>6</cp:revision>
  <dcterms:created xsi:type="dcterms:W3CDTF">2013-01-27T09:14:16Z</dcterms:created>
  <dcterms:modified xsi:type="dcterms:W3CDTF">2025-04-30T20:28:03Z</dcterms:modified>
  <cp:category/>
</cp:coreProperties>
</file>